
<file path=[Content_Types].xml><?xml version="1.0" encoding="utf-8"?>
<Types xmlns="http://schemas.openxmlformats.org/package/2006/content-types">
  <Default Extension="xlsx" ContentType="application/vnd.openxmlformats-officedocument.spreadsheetml.sheet"/>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olors1.xml" ContentType="application/vnd.ms-office.chartcolorstyle+xml"/>
  <Override PartName="/ppt/charts/colors2.xml" ContentType="application/vnd.ms-office.chartcolorstyle+xml"/>
  <Override PartName="/ppt/charts/style1.xml" ContentType="application/vnd.ms-office.chartstyle+xml"/>
  <Override PartName="/ppt/charts/style2.xml" ContentType="application/vnd.ms-office.chartstyle+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handoutMasterIdLst>
    <p:handoutMasterId r:id="rId13"/>
  </p:handoutMasterIdLst>
  <p:sldIdLst>
    <p:sldId id="1066" r:id="rId3"/>
    <p:sldId id="1067" r:id="rId5"/>
    <p:sldId id="1068" r:id="rId6"/>
    <p:sldId id="1064" r:id="rId7"/>
    <p:sldId id="1065" r:id="rId8"/>
    <p:sldId id="1070" r:id="rId9"/>
    <p:sldId id="1031" r:id="rId10"/>
    <p:sldId id="1036" r:id="rId11"/>
    <p:sldId id="783" r:id="rId12"/>
  </p:sldIdLst>
  <p:sldSz cx="12192000" cy="6858000"/>
  <p:notesSz cx="6741795" cy="9872345"/>
  <p:defaultText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77"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ồ Đình Quốc Hiệp" initials="HĐQH" lastIdx="2" clrIdx="0"/>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12174"/>
    <a:srgbClr val="FF9900"/>
    <a:srgbClr val="00B050"/>
    <a:srgbClr val="CCFFFF"/>
    <a:srgbClr val="FFFF00"/>
    <a:srgbClr val="FFFFCC"/>
    <a:srgbClr val="D2FCFE"/>
    <a:srgbClr val="CCFFCC"/>
    <a:srgbClr val="FFFF99"/>
    <a:srgbClr val="33CC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300" autoAdjust="0"/>
    <p:restoredTop sz="94397" autoAdjust="0"/>
  </p:normalViewPr>
  <p:slideViewPr>
    <p:cSldViewPr snapToGrid="0" snapToObjects="1" showGuides="1">
      <p:cViewPr varScale="1">
        <p:scale>
          <a:sx n="103" d="100"/>
          <a:sy n="103" d="100"/>
        </p:scale>
        <p:origin x="156" y="378"/>
      </p:cViewPr>
      <p:guideLst>
        <p:guide orient="horz" pos="2160"/>
        <p:guide pos="3877"/>
      </p:guideLst>
    </p:cSldViewPr>
  </p:slideViewPr>
  <p:outlineViewPr>
    <p:cViewPr>
      <p:scale>
        <a:sx n="33" d="100"/>
        <a:sy n="33" d="100"/>
      </p:scale>
      <p:origin x="0" y="1536"/>
    </p:cViewPr>
  </p:outlineViewPr>
  <p:notesTextViewPr>
    <p:cViewPr>
      <p:scale>
        <a:sx n="100" d="100"/>
        <a:sy n="100" d="100"/>
      </p:scale>
      <p:origin x="0" y="0"/>
    </p:cViewPr>
  </p:notesTextViewPr>
  <p:notesViewPr>
    <p:cSldViewPr snapToGrid="0" snapToObjects="1">
      <p:cViewPr varScale="1">
        <p:scale>
          <a:sx n="54" d="100"/>
          <a:sy n="54" d="100"/>
        </p:scale>
        <p:origin x="3084" y="7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commentAuthors" Target="commentAuthors.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handoutMaster" Target="handoutMasters/handoutMaster1.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package" Target="../embeddings/Workbook2.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Dự kiến</c:v>
                </c:pt>
              </c:strCache>
            </c:strRef>
          </c:tx>
          <c:spPr>
            <a:solidFill>
              <a:schemeClr val="accent1"/>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invertIfNegative val="0"/>
          <c:dLbls>
            <c:spPr>
              <a:noFill/>
              <a:ln>
                <a:noFill/>
              </a:ln>
              <a:effectLst/>
            </c:spPr>
            <c:txPr>
              <a:bodyPr rot="0" spcFirstLastPara="0" vertOverflow="ellipsis" vert="horz" wrap="square" lIns="38100" tIns="19050" rIns="38100" bIns="19050" anchor="ctr" anchorCtr="1"/>
              <a:lstStyle/>
              <a:p>
                <a:pPr>
                  <a:defRPr lang="en-US" sz="1195"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extLst>
                <c:ext xmlns:c15="http://schemas.microsoft.com/office/drawing/2012/chart" uri="{02D57815-91ED-43cb-92C2-25804820EDAC}">
                  <c15:fullRef>
                    <c15:sqref>Sheet1!$A$2:$A$5</c15:sqref>
                  </c15:fullRef>
                </c:ext>
              </c:extLst>
              <c:f>Sheet1!$A$2:$A$3</c:f>
              <c:strCache>
                <c:ptCount val="2"/>
                <c:pt idx="0">
                  <c:v>顧客販促/Khuyến mãi dành cho khách hàng</c:v>
                </c:pt>
                <c:pt idx="1">
                  <c:v>基幹船/ Tàu chính</c:v>
                </c:pt>
              </c:strCache>
            </c:strRef>
          </c:cat>
          <c:val>
            <c:numRef>
              <c:extLst>
                <c:ext xmlns:c15="http://schemas.microsoft.com/office/drawing/2012/chart" uri="{02D57815-91ED-43cb-92C2-25804820EDAC}">
                  <c15:fullRef>
                    <c15:sqref>Sheet1!$B$2:$B$5</c15:sqref>
                  </c15:fullRef>
                </c:ext>
              </c:extLst>
              <c:f>Sheet1!$B$2:$B$3</c:f>
              <c:numCache>
                <c:formatCode>General</c:formatCode>
                <c:ptCount val="2"/>
                <c:pt idx="0">
                  <c:v>1929</c:v>
                </c:pt>
              </c:numCache>
            </c:numRef>
          </c:val>
        </c:ser>
        <c:ser>
          <c:idx val="1"/>
          <c:order val="1"/>
          <c:tx>
            <c:strRef>
              <c:f>Sheet1!$C$1</c:f>
              <c:strCache>
                <c:ptCount val="1"/>
                <c:pt idx="0">
                  <c:v>Thực tế</c:v>
                </c:pt>
              </c:strCache>
            </c:strRef>
          </c:tx>
          <c:spPr>
            <a:solidFill>
              <a:srgbClr val="FF00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invertIfNegative val="0"/>
          <c:dLbls>
            <c:spPr>
              <a:noFill/>
              <a:ln>
                <a:noFill/>
              </a:ln>
              <a:effectLst/>
            </c:spPr>
            <c:txPr>
              <a:bodyPr rot="0" spcFirstLastPara="0" vertOverflow="ellipsis" vert="horz" wrap="square" lIns="38100" tIns="19050" rIns="38100" bIns="19050" anchor="ctr" anchorCtr="1"/>
              <a:lstStyle/>
              <a:p>
                <a:pPr>
                  <a:defRPr lang="en-US" sz="1195"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extLst>
                <c:ext xmlns:c15="http://schemas.microsoft.com/office/drawing/2012/chart" uri="{02D57815-91ED-43cb-92C2-25804820EDAC}">
                  <c15:fullRef>
                    <c15:sqref>Sheet1!$A$2:$A$5</c15:sqref>
                  </c15:fullRef>
                </c:ext>
              </c:extLst>
              <c:f>Sheet1!$A$2:$A$3</c:f>
              <c:strCache>
                <c:ptCount val="2"/>
                <c:pt idx="0">
                  <c:v>顧客販促/Khuyến mãi dành cho khách hàng</c:v>
                </c:pt>
                <c:pt idx="1">
                  <c:v>基幹船/ Tàu chính</c:v>
                </c:pt>
              </c:strCache>
            </c:strRef>
          </c:cat>
          <c:val>
            <c:numRef>
              <c:extLst>
                <c:ext xmlns:c15="http://schemas.microsoft.com/office/drawing/2012/chart" uri="{02D57815-91ED-43cb-92C2-25804820EDAC}">
                  <c15:fullRef>
                    <c15:sqref>Sheet1!$C$2:$C$5</c15:sqref>
                  </c15:fullRef>
                </c:ext>
              </c:extLst>
              <c:f>Sheet1!$C$2:$C$3</c:f>
              <c:numCache>
                <c:formatCode>General</c:formatCode>
                <c:ptCount val="2"/>
                <c:pt idx="0">
                  <c:v>984</c:v>
                </c:pt>
              </c:numCache>
            </c:numRef>
          </c:val>
        </c:ser>
        <c:ser>
          <c:idx val="2"/>
          <c:order val="2"/>
          <c:tx>
            <c:strRef>
              <c:f>Sheet1!$D$1</c:f>
              <c:strCache>
                <c:ptCount val="1"/>
                <c:pt idx="0">
                  <c:v>Dự kiến 2</c:v>
                </c:pt>
              </c:strCache>
            </c:strRef>
          </c:tx>
          <c:spPr>
            <a:solidFill>
              <a:schemeClr val="tx2">
                <a:lumMod val="60000"/>
                <a:lumOff val="40000"/>
              </a:schemeClr>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invertIfNegative val="0"/>
          <c:dLbls>
            <c:spPr>
              <a:noFill/>
              <a:ln>
                <a:noFill/>
              </a:ln>
              <a:effectLst/>
            </c:spPr>
            <c:txPr>
              <a:bodyPr rot="0" spcFirstLastPara="0" vertOverflow="ellipsis" vert="horz" wrap="square" lIns="38100" tIns="19050" rIns="38100" bIns="19050" anchor="ctr" anchorCtr="1"/>
              <a:lstStyle/>
              <a:p>
                <a:pPr>
                  <a:defRPr lang="en-US" sz="1195"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extLst>
                <c:ext xmlns:c15="http://schemas.microsoft.com/office/drawing/2012/chart" uri="{02D57815-91ED-43cb-92C2-25804820EDAC}">
                  <c15:fullRef>
                    <c15:sqref>Sheet1!$A$2:$A$5</c15:sqref>
                  </c15:fullRef>
                </c:ext>
              </c:extLst>
              <c:f>Sheet1!$A$2:$A$3</c:f>
              <c:strCache>
                <c:ptCount val="2"/>
                <c:pt idx="0">
                  <c:v>顧客販促/Khuyến mãi dành cho khách hàng</c:v>
                </c:pt>
                <c:pt idx="1">
                  <c:v>基幹船/ Tàu chính</c:v>
                </c:pt>
              </c:strCache>
            </c:strRef>
          </c:cat>
          <c:val>
            <c:numRef>
              <c:extLst>
                <c:ext xmlns:c15="http://schemas.microsoft.com/office/drawing/2012/chart" uri="{02D57815-91ED-43cb-92C2-25804820EDAC}">
                  <c15:fullRef>
                    <c15:sqref>Sheet1!$D$2:$D$5</c15:sqref>
                  </c15:fullRef>
                </c:ext>
              </c:extLst>
              <c:f>Sheet1!$D$2:$D$3</c:f>
              <c:numCache>
                <c:formatCode>General</c:formatCode>
                <c:ptCount val="2"/>
                <c:pt idx="1">
                  <c:v>0</c:v>
                </c:pt>
              </c:numCache>
            </c:numRef>
          </c:val>
        </c:ser>
        <c:ser>
          <c:idx val="3"/>
          <c:order val="3"/>
          <c:tx>
            <c:strRef>
              <c:f>Sheet1!$E$1</c:f>
              <c:strCache>
                <c:ptCount val="1"/>
                <c:pt idx="0">
                  <c:v>Thực tế 2</c:v>
                </c:pt>
              </c:strCache>
            </c:strRef>
          </c:tx>
          <c:spPr>
            <a:solidFill>
              <a:srgbClr val="FF00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invertIfNegative val="0"/>
          <c:dLbls>
            <c:spPr>
              <a:noFill/>
              <a:ln>
                <a:noFill/>
              </a:ln>
              <a:effectLst/>
            </c:spPr>
            <c:txPr>
              <a:bodyPr rot="0" spcFirstLastPara="0" vertOverflow="ellipsis" vert="horz" wrap="square" lIns="38100" tIns="19050" rIns="38100" bIns="19050" anchor="ctr" anchorCtr="1"/>
              <a:lstStyle/>
              <a:p>
                <a:pPr>
                  <a:defRPr lang="en-US" sz="1195"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extLst>
                <c:ext xmlns:c15="http://schemas.microsoft.com/office/drawing/2012/chart" uri="{02D57815-91ED-43cb-92C2-25804820EDAC}">
                  <c15:fullRef>
                    <c15:sqref>Sheet1!$A$2:$A$5</c15:sqref>
                  </c15:fullRef>
                </c:ext>
              </c:extLst>
              <c:f>Sheet1!$A$2:$A$3</c:f>
              <c:strCache>
                <c:ptCount val="2"/>
                <c:pt idx="0">
                  <c:v>顧客販促/Khuyến mãi dành cho khách hàng</c:v>
                </c:pt>
                <c:pt idx="1">
                  <c:v>基幹船/ Tàu chính</c:v>
                </c:pt>
              </c:strCache>
            </c:strRef>
          </c:cat>
          <c:val>
            <c:numRef>
              <c:extLst>
                <c:ext xmlns:c15="http://schemas.microsoft.com/office/drawing/2012/chart" uri="{02D57815-91ED-43cb-92C2-25804820EDAC}">
                  <c15:fullRef>
                    <c15:sqref>Sheet1!$E$2:$E$5</c15:sqref>
                  </c15:fullRef>
                </c:ext>
              </c:extLst>
              <c:f>Sheet1!$E$2:$E$3</c:f>
              <c:numCache>
                <c:formatCode>General</c:formatCode>
                <c:ptCount val="2"/>
                <c:pt idx="1">
                  <c:v>0</c:v>
                </c:pt>
              </c:numCache>
            </c:numRef>
          </c:val>
        </c:ser>
        <c:dLbls>
          <c:showLegendKey val="0"/>
          <c:showVal val="1"/>
          <c:showCatName val="0"/>
          <c:showSerName val="0"/>
          <c:showPercent val="0"/>
          <c:showBubbleSize val="0"/>
        </c:dLbls>
        <c:gapWidth val="75"/>
        <c:overlap val="-25"/>
        <c:axId val="281556144"/>
        <c:axId val="281568208"/>
      </c:barChart>
      <c:catAx>
        <c:axId val="281556144"/>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0" vertOverflow="ellipsis" vert="horz" wrap="square" anchor="ctr" anchorCtr="1"/>
          <a:lstStyle/>
          <a:p>
            <a:pPr>
              <a:defRPr lang="en-US" sz="1195" b="0" i="0" u="none" strike="noStrike" kern="1200" baseline="0">
                <a:solidFill>
                  <a:schemeClr val="tx1">
                    <a:lumMod val="65000"/>
                    <a:lumOff val="35000"/>
                  </a:schemeClr>
                </a:solidFill>
                <a:latin typeface="+mn-lt"/>
                <a:ea typeface="+mn-ea"/>
                <a:cs typeface="+mn-cs"/>
              </a:defRPr>
            </a:pPr>
          </a:p>
        </c:txPr>
        <c:crossAx val="281568208"/>
        <c:crosses val="autoZero"/>
        <c:auto val="1"/>
        <c:lblAlgn val="ctr"/>
        <c:lblOffset val="100"/>
        <c:noMultiLvlLbl val="0"/>
      </c:catAx>
      <c:valAx>
        <c:axId val="28156820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en-US" sz="1195" b="0" i="0" u="none" strike="noStrike" kern="1200" baseline="0">
                <a:solidFill>
                  <a:schemeClr val="tx1">
                    <a:lumMod val="65000"/>
                    <a:lumOff val="35000"/>
                  </a:schemeClr>
                </a:solidFill>
                <a:latin typeface="+mn-lt"/>
                <a:ea typeface="+mn-ea"/>
                <a:cs typeface="+mn-cs"/>
              </a:defRPr>
            </a:pPr>
          </a:p>
        </c:txPr>
        <c:crossAx val="281556144"/>
        <c:crosses val="autoZero"/>
        <c:crossBetween val="between"/>
      </c:valAx>
      <c:spPr>
        <a:noFill/>
        <a:ln>
          <a:noFill/>
        </a:ln>
        <a:effectLst/>
      </c:spPr>
    </c:plotArea>
    <c:legend>
      <c:legendPos val="b"/>
      <c:layout/>
      <c:overlay val="0"/>
      <c:spPr>
        <a:noFill/>
        <a:ln>
          <a:noFill/>
        </a:ln>
        <a:effectLst/>
      </c:spPr>
      <c:txPr>
        <a:bodyPr rot="0" spcFirstLastPara="0" vertOverflow="ellipsis" vert="horz" wrap="square" anchor="ctr" anchorCtr="1"/>
        <a:lstStyle/>
        <a:p>
          <a:pPr>
            <a:defRPr lang="en-US" sz="1195"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f873f71f-00ff-47b4-80d4-17e76dc9ed3f}"/>
      </c:ext>
    </c:extLst>
  </c:chart>
  <c:spPr>
    <a:noFill/>
    <a:ln>
      <a:noFill/>
    </a:ln>
    <a:effectLst/>
  </c:spPr>
  <c:txPr>
    <a:bodyPr/>
    <a:lstStyle/>
    <a:p>
      <a:pPr>
        <a:defRPr lang="en-US"/>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en-US" sz="1400" b="1" i="0" u="none" strike="noStrike" kern="1200" baseline="0">
                <a:solidFill>
                  <a:schemeClr val="tx1">
                    <a:lumMod val="75000"/>
                    <a:lumOff val="25000"/>
                  </a:schemeClr>
                </a:solidFill>
                <a:latin typeface="+mn-lt"/>
                <a:ea typeface="+mn-ea"/>
                <a:cs typeface="+mn-cs"/>
              </a:defRPr>
            </a:pPr>
            <a:r>
              <a:rPr lang="ja-JP" altLang="en-US"/>
              <a:t>課題件数</a:t>
            </a:r>
            <a:endParaRPr lang="ja-JP" altLang="en-US"/>
          </a:p>
        </c:rich>
      </c:tx>
      <c:layout>
        <c:manualLayout>
          <c:xMode val="edge"/>
          <c:yMode val="edge"/>
          <c:x val="0.445641073252251"/>
          <c:y val="0.0336754329698525"/>
        </c:manualLayout>
      </c:layout>
      <c:overlay val="0"/>
      <c:spPr>
        <a:noFill/>
        <a:ln>
          <a:noFill/>
        </a:ln>
        <a:effectLst/>
      </c:spPr>
    </c:title>
    <c:autoTitleDeleted val="0"/>
    <c:plotArea>
      <c:layout/>
      <c:barChart>
        <c:barDir val="col"/>
        <c:grouping val="clustered"/>
        <c:varyColors val="0"/>
        <c:ser>
          <c:idx val="0"/>
          <c:order val="0"/>
          <c:tx>
            <c:strRef>
              <c:f>Sheet1!$B$1</c:f>
              <c:strCache>
                <c:ptCount val="1"/>
                <c:pt idx="0">
                  <c:v>Tổng chức năng</c:v>
                </c:pt>
              </c:strCache>
            </c:strRef>
          </c:tx>
          <c:spPr>
            <a:solidFill>
              <a:schemeClr val="accent1"/>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数量</c:v>
                </c:pt>
              </c:strCache>
            </c:strRef>
          </c:cat>
          <c:val>
            <c:numRef>
              <c:f>Sheet1!$B$2</c:f>
              <c:numCache>
                <c:formatCode>General</c:formatCode>
                <c:ptCount val="1"/>
                <c:pt idx="0">
                  <c:v>21</c:v>
                </c:pt>
              </c:numCache>
            </c:numRef>
          </c:val>
        </c:ser>
        <c:ser>
          <c:idx val="1"/>
          <c:order val="1"/>
          <c:tx>
            <c:strRef>
              <c:f>Sheet1!$C$1</c:f>
              <c:strCache>
                <c:ptCount val="1"/>
                <c:pt idx="0">
                  <c:v>Chức năng đã thực hiện</c:v>
                </c:pt>
              </c:strCache>
            </c:strRef>
          </c:tx>
          <c:spPr>
            <a:solidFill>
              <a:schemeClr val="accent2"/>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数量</c:v>
                </c:pt>
              </c:strCache>
            </c:strRef>
          </c:cat>
          <c:val>
            <c:numRef>
              <c:f>Sheet1!$C$2</c:f>
              <c:numCache>
                <c:formatCode>General</c:formatCode>
                <c:ptCount val="1"/>
                <c:pt idx="0">
                  <c:v>17</c:v>
                </c:pt>
              </c:numCache>
            </c:numRef>
          </c:val>
        </c:ser>
        <c:ser>
          <c:idx val="2"/>
          <c:order val="2"/>
          <c:tx>
            <c:strRef>
              <c:f>Sheet1!$D$1</c:f>
              <c:strCache>
                <c:ptCount val="1"/>
                <c:pt idx="0">
                  <c:v>Số QA</c:v>
                </c:pt>
              </c:strCache>
            </c:strRef>
          </c:tx>
          <c:spPr>
            <a:solidFill>
              <a:schemeClr val="accent3"/>
            </a:solidFill>
            <a:ln>
              <a:noFill/>
            </a:ln>
            <a:effectLst/>
          </c:spPr>
          <c:invertIfNegative val="0"/>
          <c:dLbls>
            <c:numFmt formatCode="General" sourceLinked="1"/>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数量</c:v>
                </c:pt>
              </c:strCache>
            </c:strRef>
          </c:cat>
          <c:val>
            <c:numRef>
              <c:f>Sheet1!$D$2</c:f>
              <c:numCache>
                <c:formatCode>General</c:formatCode>
                <c:ptCount val="1"/>
                <c:pt idx="0">
                  <c:v>68</c:v>
                </c:pt>
              </c:numCache>
            </c:numRef>
          </c:val>
        </c:ser>
        <c:dLbls>
          <c:showLegendKey val="0"/>
          <c:showVal val="1"/>
          <c:showCatName val="0"/>
          <c:showSerName val="0"/>
          <c:showPercent val="0"/>
          <c:showBubbleSize val="0"/>
        </c:dLbls>
        <c:gapWidth val="246"/>
        <c:overlap val="-28"/>
        <c:axId val="143950811"/>
        <c:axId val="254021918"/>
      </c:barChart>
      <c:catAx>
        <c:axId val="143950811"/>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254021918"/>
        <c:crosses val="autoZero"/>
        <c:auto val="1"/>
        <c:lblAlgn val="ctr"/>
        <c:lblOffset val="100"/>
        <c:noMultiLvlLbl val="0"/>
      </c:catAx>
      <c:valAx>
        <c:axId val="254021918"/>
        <c:scaling>
          <c:orientation val="minMax"/>
        </c:scaling>
        <c:delete val="0"/>
        <c:axPos val="l"/>
        <c:majorGridlines>
          <c:spPr>
            <a:ln w="9525" cap="flat" cmpd="sng" algn="ctr">
              <a:solidFill>
                <a:schemeClr val="lt1">
                  <a:lumMod val="90200"/>
                </a:schemeClr>
              </a:solidFill>
              <a:round/>
            </a:ln>
            <a:effectLst/>
          </c:spPr>
        </c:majorGridlines>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143950811"/>
        <c:crosses val="autoZero"/>
        <c:crossBetween val="between"/>
      </c:valAx>
      <c:spPr>
        <a:noFill/>
        <a:ln>
          <a:noFill/>
        </a:ln>
        <a:effectLst/>
      </c:spPr>
    </c:plotArea>
    <c:legend>
      <c:legendPos val="b"/>
      <c:layout/>
      <c:overlay val="0"/>
      <c:spPr>
        <a:noFill/>
        <a:ln>
          <a:noFill/>
        </a:ln>
        <a:effectLst/>
      </c:spPr>
      <c:txPr>
        <a:bodyPr rot="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7f6778ce-14fb-4ce6-8d18-d328375b8bdb}"/>
      </c:ext>
    </c:extLst>
  </c:chart>
  <c:spPr>
    <a:noFill/>
    <a:ln>
      <a:noFill/>
    </a:ln>
    <a:effectLst/>
  </c:spPr>
  <c:txPr>
    <a:bodyPr/>
    <a:lstStyle/>
    <a:p>
      <a:pPr>
        <a:defRPr lang="en-US"/>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1195"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3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lt1"/>
    </cs:fontRef>
  </cs:wall>
</cs:chartStyle>
</file>

<file path=ppt/charts/style2.xml><?xml version="1.0" encoding="utf-8"?>
<cs:chartStyle xmlns:cs="http://schemas.microsoft.com/office/drawing/2012/chartStyle" xmlns:a="http://schemas.openxmlformats.org/drawingml/2006/main" id="100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2" y="1"/>
            <a:ext cx="2921582" cy="493634"/>
          </a:xfrm>
          <a:prstGeom prst="rect">
            <a:avLst/>
          </a:prstGeom>
        </p:spPr>
        <p:txBody>
          <a:bodyPr vert="horz" lIns="90813" tIns="45407" rIns="90813" bIns="45407"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18972" y="1"/>
            <a:ext cx="2921582" cy="493634"/>
          </a:xfrm>
          <a:prstGeom prst="rect">
            <a:avLst/>
          </a:prstGeom>
        </p:spPr>
        <p:txBody>
          <a:bodyPr vert="horz" lIns="90813" tIns="45407" rIns="90813" bIns="45407" rtlCol="0"/>
          <a:lstStyle>
            <a:lvl1pPr algn="r">
              <a:defRPr sz="1200"/>
            </a:lvl1pPr>
          </a:lstStyle>
          <a:p>
            <a:fld id="{AF9C2696-C907-6948-BD73-824E2CB18D72}" type="datetimeFigureOut">
              <a:rPr kumimoji="1" lang="ja-JP" altLang="en-US" smtClean="0"/>
            </a:fld>
            <a:endParaRPr kumimoji="1" lang="ja-JP" altLang="en-US"/>
          </a:p>
        </p:txBody>
      </p:sp>
      <p:sp>
        <p:nvSpPr>
          <p:cNvPr id="4" name="フッター プレースホルダー 3"/>
          <p:cNvSpPr>
            <a:spLocks noGrp="1"/>
          </p:cNvSpPr>
          <p:nvPr>
            <p:ph type="ftr" sz="quarter" idx="2"/>
          </p:nvPr>
        </p:nvSpPr>
        <p:spPr>
          <a:xfrm>
            <a:off x="2" y="9377317"/>
            <a:ext cx="2921582" cy="493634"/>
          </a:xfrm>
          <a:prstGeom prst="rect">
            <a:avLst/>
          </a:prstGeom>
        </p:spPr>
        <p:txBody>
          <a:bodyPr vert="horz" lIns="90813" tIns="45407" rIns="90813" bIns="45407"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18972" y="9377317"/>
            <a:ext cx="2921582" cy="493634"/>
          </a:xfrm>
          <a:prstGeom prst="rect">
            <a:avLst/>
          </a:prstGeom>
        </p:spPr>
        <p:txBody>
          <a:bodyPr vert="horz" lIns="90813" tIns="45407" rIns="90813" bIns="45407" rtlCol="0" anchor="b"/>
          <a:lstStyle>
            <a:lvl1pPr algn="r">
              <a:defRPr sz="1200"/>
            </a:lvl1pPr>
          </a:lstStyle>
          <a:p>
            <a:fld id="{53766504-C39F-2F4A-A070-5E6B687FB065}" type="slidenum">
              <a:rPr kumimoji="1" lang="ja-JP" altLang="en-US" smtClean="0"/>
            </a:fld>
            <a:endParaRPr kumimoji="1" lang="ja-JP" alt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2" y="1"/>
            <a:ext cx="2921582" cy="493634"/>
          </a:xfrm>
          <a:prstGeom prst="rect">
            <a:avLst/>
          </a:prstGeom>
        </p:spPr>
        <p:txBody>
          <a:bodyPr vert="horz" lIns="90813" tIns="45407" rIns="90813" bIns="45407" rtlCol="0"/>
          <a:lstStyle>
            <a:lvl1pPr algn="l">
              <a:defRPr sz="1200"/>
            </a:lvl1pPr>
          </a:lstStyle>
          <a:p>
            <a:endParaRPr kumimoji="1" lang="ja-JP" altLang="en-US"/>
          </a:p>
        </p:txBody>
      </p:sp>
      <p:sp>
        <p:nvSpPr>
          <p:cNvPr id="3" name="日付プレースホルダー 2"/>
          <p:cNvSpPr>
            <a:spLocks noGrp="1"/>
          </p:cNvSpPr>
          <p:nvPr>
            <p:ph type="dt" idx="1"/>
          </p:nvPr>
        </p:nvSpPr>
        <p:spPr>
          <a:xfrm>
            <a:off x="3818972" y="1"/>
            <a:ext cx="2921582" cy="493634"/>
          </a:xfrm>
          <a:prstGeom prst="rect">
            <a:avLst/>
          </a:prstGeom>
        </p:spPr>
        <p:txBody>
          <a:bodyPr vert="horz" lIns="90813" tIns="45407" rIns="90813" bIns="45407" rtlCol="0"/>
          <a:lstStyle>
            <a:lvl1pPr algn="r">
              <a:defRPr sz="1200"/>
            </a:lvl1pPr>
          </a:lstStyle>
          <a:p>
            <a:fld id="{20E2E5DB-49C6-7B4E-BA05-F353AC5A96E1}" type="datetimeFigureOut">
              <a:rPr kumimoji="1" lang="ja-JP" altLang="en-US" smtClean="0"/>
            </a:fld>
            <a:endParaRPr kumimoji="1" lang="ja-JP" altLang="en-US"/>
          </a:p>
        </p:txBody>
      </p:sp>
      <p:sp>
        <p:nvSpPr>
          <p:cNvPr id="4" name="スライド イメージ プレースホルダー 3"/>
          <p:cNvSpPr>
            <a:spLocks noGrp="1" noRot="1" noChangeAspect="1"/>
          </p:cNvSpPr>
          <p:nvPr>
            <p:ph type="sldImg" idx="2"/>
          </p:nvPr>
        </p:nvSpPr>
        <p:spPr>
          <a:xfrm>
            <a:off x="82550" y="741363"/>
            <a:ext cx="6577013" cy="3700462"/>
          </a:xfrm>
          <a:prstGeom prst="rect">
            <a:avLst/>
          </a:prstGeom>
          <a:noFill/>
          <a:ln w="12700">
            <a:solidFill>
              <a:prstClr val="black"/>
            </a:solidFill>
          </a:ln>
        </p:spPr>
        <p:txBody>
          <a:bodyPr vert="horz" lIns="90813" tIns="45407" rIns="90813" bIns="45407" rtlCol="0" anchor="ctr"/>
          <a:lstStyle/>
          <a:p>
            <a:endParaRPr lang="ja-JP" altLang="en-US"/>
          </a:p>
        </p:txBody>
      </p:sp>
      <p:sp>
        <p:nvSpPr>
          <p:cNvPr id="5" name="ノート プレースホルダー 4"/>
          <p:cNvSpPr>
            <a:spLocks noGrp="1"/>
          </p:cNvSpPr>
          <p:nvPr>
            <p:ph type="body" sz="quarter" idx="3"/>
          </p:nvPr>
        </p:nvSpPr>
        <p:spPr>
          <a:xfrm>
            <a:off x="674212" y="4689516"/>
            <a:ext cx="5393690" cy="4442699"/>
          </a:xfrm>
          <a:prstGeom prst="rect">
            <a:avLst/>
          </a:prstGeom>
        </p:spPr>
        <p:txBody>
          <a:bodyPr vert="horz" lIns="90813" tIns="45407" rIns="90813" bIns="45407" rtlCol="0"/>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6" name="フッター プレースホルダー 5"/>
          <p:cNvSpPr>
            <a:spLocks noGrp="1"/>
          </p:cNvSpPr>
          <p:nvPr>
            <p:ph type="ftr" sz="quarter" idx="4"/>
          </p:nvPr>
        </p:nvSpPr>
        <p:spPr>
          <a:xfrm>
            <a:off x="2" y="9377317"/>
            <a:ext cx="2921582" cy="493634"/>
          </a:xfrm>
          <a:prstGeom prst="rect">
            <a:avLst/>
          </a:prstGeom>
        </p:spPr>
        <p:txBody>
          <a:bodyPr vert="horz" lIns="90813" tIns="45407" rIns="90813" bIns="45407"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18972" y="9377317"/>
            <a:ext cx="2921582" cy="493634"/>
          </a:xfrm>
          <a:prstGeom prst="rect">
            <a:avLst/>
          </a:prstGeom>
        </p:spPr>
        <p:txBody>
          <a:bodyPr vert="horz" lIns="90813" tIns="45407" rIns="90813" bIns="45407" rtlCol="0" anchor="b"/>
          <a:lstStyle>
            <a:lvl1pPr algn="r">
              <a:defRPr sz="1200"/>
            </a:lvl1pPr>
          </a:lstStyle>
          <a:p>
            <a:fld id="{BA167B2C-D8A0-9442-92B1-D4EBC7AFF139}" type="slidenum">
              <a:rPr kumimoji="1" lang="ja-JP" altLang="en-US" smtClean="0"/>
            </a:fld>
            <a:endParaRPr kumimoji="1" lang="ja-JP" altLang="en-US"/>
          </a:p>
        </p:txBody>
      </p:sp>
    </p:spTree>
  </p:cSld>
  <p:clrMap bg1="lt1" tx1="dk1" bg2="lt2" tx2="dk2" accent1="accent1" accent2="accent2" accent3="accent3" accent4="accent4" accent5="accent5" accent6="accent6" hlink="hlink" folHlink="folHlink"/>
  <p:hf hdr="0" ftr="0" dt="0"/>
  <p:notesStyle>
    <a:lvl1pPr marL="0" algn="l" defTabSz="457200" rtl="0" eaLnBrk="1" latinLnBrk="0" hangingPunct="1">
      <a:defRPr kumimoji="1" sz="1200" kern="1200">
        <a:solidFill>
          <a:schemeClr val="tx1"/>
        </a:solidFill>
        <a:latin typeface="+mn-lt"/>
        <a:ea typeface="+mn-ea"/>
        <a:cs typeface="+mn-cs"/>
      </a:defRPr>
    </a:lvl1pPr>
    <a:lvl2pPr marL="457200" algn="l" defTabSz="457200" rtl="0" eaLnBrk="1" latinLnBrk="0" hangingPunct="1">
      <a:defRPr kumimoji="1" sz="1200" kern="1200">
        <a:solidFill>
          <a:schemeClr val="tx1"/>
        </a:solidFill>
        <a:latin typeface="+mn-lt"/>
        <a:ea typeface="+mn-ea"/>
        <a:cs typeface="+mn-cs"/>
      </a:defRPr>
    </a:lvl2pPr>
    <a:lvl3pPr marL="914400" algn="l" defTabSz="457200" rtl="0" eaLnBrk="1" latinLnBrk="0" hangingPunct="1">
      <a:defRPr kumimoji="1" sz="1200" kern="1200">
        <a:solidFill>
          <a:schemeClr val="tx1"/>
        </a:solidFill>
        <a:latin typeface="+mn-lt"/>
        <a:ea typeface="+mn-ea"/>
        <a:cs typeface="+mn-cs"/>
      </a:defRPr>
    </a:lvl3pPr>
    <a:lvl4pPr marL="1371600" algn="l" defTabSz="457200" rtl="0" eaLnBrk="1" latinLnBrk="0" hangingPunct="1">
      <a:defRPr kumimoji="1" sz="1200" kern="1200">
        <a:solidFill>
          <a:schemeClr val="tx1"/>
        </a:solidFill>
        <a:latin typeface="+mn-lt"/>
        <a:ea typeface="+mn-ea"/>
        <a:cs typeface="+mn-cs"/>
      </a:defRPr>
    </a:lvl4pPr>
    <a:lvl5pPr marL="1828800" algn="l" defTabSz="457200" rtl="0" eaLnBrk="1" latinLnBrk="0" hangingPunct="1">
      <a:defRPr kumimoji="1" sz="1200" kern="1200">
        <a:solidFill>
          <a:schemeClr val="tx1"/>
        </a:solidFill>
        <a:latin typeface="+mn-lt"/>
        <a:ea typeface="+mn-ea"/>
        <a:cs typeface="+mn-cs"/>
      </a:defRPr>
    </a:lvl5pPr>
    <a:lvl6pPr marL="2286000" algn="l" defTabSz="457200" rtl="0" eaLnBrk="1" latinLnBrk="0" hangingPunct="1">
      <a:defRPr kumimoji="1" sz="1200" kern="1200">
        <a:solidFill>
          <a:schemeClr val="tx1"/>
        </a:solidFill>
        <a:latin typeface="+mn-lt"/>
        <a:ea typeface="+mn-ea"/>
        <a:cs typeface="+mn-cs"/>
      </a:defRPr>
    </a:lvl6pPr>
    <a:lvl7pPr marL="2743200" algn="l" defTabSz="457200" rtl="0" eaLnBrk="1" latinLnBrk="0" hangingPunct="1">
      <a:defRPr kumimoji="1" sz="1200" kern="1200">
        <a:solidFill>
          <a:schemeClr val="tx1"/>
        </a:solidFill>
        <a:latin typeface="+mn-lt"/>
        <a:ea typeface="+mn-ea"/>
        <a:cs typeface="+mn-cs"/>
      </a:defRPr>
    </a:lvl7pPr>
    <a:lvl8pPr marL="3200400" algn="l" defTabSz="457200" rtl="0" eaLnBrk="1" latinLnBrk="0" hangingPunct="1">
      <a:defRPr kumimoji="1" sz="1200" kern="1200">
        <a:solidFill>
          <a:schemeClr val="tx1"/>
        </a:solidFill>
        <a:latin typeface="+mn-lt"/>
        <a:ea typeface="+mn-ea"/>
        <a:cs typeface="+mn-cs"/>
      </a:defRPr>
    </a:lvl8pPr>
    <a:lvl9pPr marL="3657600" algn="l" defTabSz="4572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スライド イメージ プレースホルダー 1"/>
          <p:cNvSpPr>
            <a:spLocks noGrp="1" noRot="1" noChangeAspect="1" noTextEdit="1"/>
          </p:cNvSpPr>
          <p:nvPr>
            <p:ph type="sldImg"/>
          </p:nvPr>
        </p:nvSpPr>
        <p:spPr>
          <a:xfrm>
            <a:off x="92075" y="744538"/>
            <a:ext cx="6615113" cy="3722687"/>
          </a:xfrm>
        </p:spPr>
      </p:sp>
      <p:sp>
        <p:nvSpPr>
          <p:cNvPr id="7171" name="ノート プレースホルダー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dirty="0">
              <a:latin typeface="Times New Roman" panose="02020603050405020304" charset="0"/>
            </a:endParaRPr>
          </a:p>
        </p:txBody>
      </p:sp>
      <p:sp>
        <p:nvSpPr>
          <p:cNvPr id="7172" name="スライド番号プレースホルダー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400">
                <a:solidFill>
                  <a:schemeClr val="tx1"/>
                </a:solidFill>
                <a:latin typeface="HGS創英角ｺﾞｼｯｸUB" panose="020B0900000000000000" pitchFamily="50" charset="-128"/>
                <a:ea typeface="HGS創英角ｺﾞｼｯｸUB" panose="020B0900000000000000" pitchFamily="50" charset="-128"/>
              </a:defRPr>
            </a:lvl1pPr>
            <a:lvl2pPr marL="753745" indent="-290195">
              <a:defRPr kumimoji="1" sz="1400">
                <a:solidFill>
                  <a:schemeClr val="tx1"/>
                </a:solidFill>
                <a:latin typeface="HGS創英角ｺﾞｼｯｸUB" panose="020B0900000000000000" pitchFamily="50" charset="-128"/>
                <a:ea typeface="HGS創英角ｺﾞｼｯｸUB" panose="020B0900000000000000" pitchFamily="50" charset="-128"/>
              </a:defRPr>
            </a:lvl2pPr>
            <a:lvl3pPr marL="1159510" indent="-231775">
              <a:defRPr kumimoji="1" sz="1400">
                <a:solidFill>
                  <a:schemeClr val="tx1"/>
                </a:solidFill>
                <a:latin typeface="HGS創英角ｺﾞｼｯｸUB" panose="020B0900000000000000" pitchFamily="50" charset="-128"/>
                <a:ea typeface="HGS創英角ｺﾞｼｯｸUB" panose="020B0900000000000000" pitchFamily="50" charset="-128"/>
              </a:defRPr>
            </a:lvl3pPr>
            <a:lvl4pPr marL="1623695" indent="-231775">
              <a:defRPr kumimoji="1" sz="1400">
                <a:solidFill>
                  <a:schemeClr val="tx1"/>
                </a:solidFill>
                <a:latin typeface="HGS創英角ｺﾞｼｯｸUB" panose="020B0900000000000000" pitchFamily="50" charset="-128"/>
                <a:ea typeface="HGS創英角ｺﾞｼｯｸUB" panose="020B0900000000000000" pitchFamily="50" charset="-128"/>
              </a:defRPr>
            </a:lvl4pPr>
            <a:lvl5pPr marL="2087245" indent="-231775">
              <a:defRPr kumimoji="1" sz="1400">
                <a:solidFill>
                  <a:schemeClr val="tx1"/>
                </a:solidFill>
                <a:latin typeface="HGS創英角ｺﾞｼｯｸUB" panose="020B0900000000000000" pitchFamily="50" charset="-128"/>
                <a:ea typeface="HGS創英角ｺﾞｼｯｸUB" panose="020B0900000000000000" pitchFamily="50" charset="-128"/>
              </a:defRPr>
            </a:lvl5pPr>
            <a:lvl6pPr marL="2551430" indent="-231775" eaLnBrk="0" fontAlgn="base" hangingPunct="0">
              <a:spcBef>
                <a:spcPct val="0"/>
              </a:spcBef>
              <a:spcAft>
                <a:spcPct val="0"/>
              </a:spcAft>
              <a:defRPr kumimoji="1" sz="1400">
                <a:solidFill>
                  <a:schemeClr val="tx1"/>
                </a:solidFill>
                <a:latin typeface="HGS創英角ｺﾞｼｯｸUB" panose="020B0900000000000000" pitchFamily="50" charset="-128"/>
                <a:ea typeface="HGS創英角ｺﾞｼｯｸUB" panose="020B0900000000000000" pitchFamily="50" charset="-128"/>
              </a:defRPr>
            </a:lvl6pPr>
            <a:lvl7pPr marL="3015615" indent="-231775" eaLnBrk="0" fontAlgn="base" hangingPunct="0">
              <a:spcBef>
                <a:spcPct val="0"/>
              </a:spcBef>
              <a:spcAft>
                <a:spcPct val="0"/>
              </a:spcAft>
              <a:defRPr kumimoji="1" sz="1400">
                <a:solidFill>
                  <a:schemeClr val="tx1"/>
                </a:solidFill>
                <a:latin typeface="HGS創英角ｺﾞｼｯｸUB" panose="020B0900000000000000" pitchFamily="50" charset="-128"/>
                <a:ea typeface="HGS創英角ｺﾞｼｯｸUB" panose="020B0900000000000000" pitchFamily="50" charset="-128"/>
              </a:defRPr>
            </a:lvl7pPr>
            <a:lvl8pPr marL="3479165" indent="-231775" eaLnBrk="0" fontAlgn="base" hangingPunct="0">
              <a:spcBef>
                <a:spcPct val="0"/>
              </a:spcBef>
              <a:spcAft>
                <a:spcPct val="0"/>
              </a:spcAft>
              <a:defRPr kumimoji="1" sz="1400">
                <a:solidFill>
                  <a:schemeClr val="tx1"/>
                </a:solidFill>
                <a:latin typeface="HGS創英角ｺﾞｼｯｸUB" panose="020B0900000000000000" pitchFamily="50" charset="-128"/>
                <a:ea typeface="HGS創英角ｺﾞｼｯｸUB" panose="020B0900000000000000" pitchFamily="50" charset="-128"/>
              </a:defRPr>
            </a:lvl8pPr>
            <a:lvl9pPr marL="3943350" indent="-231775" eaLnBrk="0" fontAlgn="base" hangingPunct="0">
              <a:spcBef>
                <a:spcPct val="0"/>
              </a:spcBef>
              <a:spcAft>
                <a:spcPct val="0"/>
              </a:spcAft>
              <a:defRPr kumimoji="1" sz="1400">
                <a:solidFill>
                  <a:schemeClr val="tx1"/>
                </a:solidFill>
                <a:latin typeface="HGS創英角ｺﾞｼｯｸUB" panose="020B0900000000000000" pitchFamily="50" charset="-128"/>
                <a:ea typeface="HGS創英角ｺﾞｼｯｸUB" panose="020B0900000000000000" pitchFamily="50" charset="-128"/>
              </a:defRPr>
            </a:lvl9pPr>
          </a:lstStyle>
          <a:p>
            <a:fld id="{2C05C7DE-A5F5-4AF8-8060-DBD5FBF51483}" type="slidenum">
              <a:rPr lang="en-US" altLang="ja-JP" sz="1200">
                <a:latin typeface="Times New Roman" panose="02020603050405020304" charset="0"/>
                <a:ea typeface="MS PGothic" panose="020B0600070205080204" charset="-128"/>
              </a:rPr>
            </a:fld>
            <a:endParaRPr lang="en-US" altLang="ja-JP" sz="1200" dirty="0">
              <a:latin typeface="Times New Roman" panose="02020603050405020304" charset="0"/>
              <a:ea typeface="MS PGothic" panose="020B060007020508020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82550" y="741363"/>
            <a:ext cx="6577013" cy="3700462"/>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pPr>
              <a:defRPr/>
            </a:pPr>
            <a:fld id="{B231615C-BA21-A344-B4F8-6650B8FE4BDA}" type="slidenum">
              <a:rPr lang="en-US" altLang="ja-JP" smtClean="0"/>
            </a:fld>
            <a:endParaRPr lang="en-US" altLang="ja-JP"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914400" y="2130426"/>
            <a:ext cx="10363200" cy="1470025"/>
          </a:xfrm>
        </p:spPr>
        <p:txBody>
          <a:bodyPr/>
          <a:lstStyle/>
          <a:p>
            <a:r>
              <a:rPr kumimoji="1" lang="ja-JP" altLang="en-US"/>
              <a:t>マスター タイトルの書式設定</a:t>
            </a:r>
            <a:endParaRPr kumimoji="1" lang="ja-JP" altLang="en-US"/>
          </a:p>
        </p:txBody>
      </p:sp>
      <p:sp>
        <p:nvSpPr>
          <p:cNvPr id="3" name="サブタイトル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a:t>マスター サブタイトルの書式設定</a:t>
            </a:r>
            <a:endParaRPr kumimoji="1" lang="ja-JP" altLang="en-US"/>
          </a:p>
        </p:txBody>
      </p:sp>
      <p:sp>
        <p:nvSpPr>
          <p:cNvPr id="6" name="スライド番号プレースホルダー 5"/>
          <p:cNvSpPr>
            <a:spLocks noGrp="1"/>
          </p:cNvSpPr>
          <p:nvPr>
            <p:ph type="sldNum" sz="quarter" idx="12"/>
          </p:nvPr>
        </p:nvSpPr>
        <p:spPr/>
        <p:txBody>
          <a:bodyPr/>
          <a:lstStyle/>
          <a:p>
            <a:fld id="{0A2F15E4-2CDD-6047-9F8A-F392A4BC9A1F}" type="slidenum">
              <a:rPr kumimoji="1" lang="ja-JP" altLang="en-US" smtClean="0"/>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endParaRPr kumimoji="1" lang="ja-JP" altLang="en-US"/>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6" name="スライド番号プレースホルダー 5"/>
          <p:cNvSpPr>
            <a:spLocks noGrp="1"/>
          </p:cNvSpPr>
          <p:nvPr>
            <p:ph type="sldNum" sz="quarter" idx="12"/>
          </p:nvPr>
        </p:nvSpPr>
        <p:spPr/>
        <p:txBody>
          <a:bodyPr/>
          <a:lstStyle/>
          <a:p>
            <a:fld id="{0A2F15E4-2CDD-6047-9F8A-F392A4BC9A1F}" type="slidenum">
              <a:rPr kumimoji="1" lang="ja-JP" altLang="en-US" smtClean="0"/>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963084" y="4406901"/>
            <a:ext cx="10363200" cy="1362075"/>
          </a:xfrm>
        </p:spPr>
        <p:txBody>
          <a:bodyPr anchor="t"/>
          <a:lstStyle>
            <a:lvl1pPr algn="l">
              <a:defRPr sz="4000" b="1" cap="all"/>
            </a:lvl1pPr>
          </a:lstStyle>
          <a:p>
            <a:r>
              <a:rPr kumimoji="1" lang="ja-JP" altLang="en-US"/>
              <a:t>マスター タイトルの書式設定</a:t>
            </a:r>
            <a:endParaRPr kumimoji="1" lang="ja-JP" altLang="en-US"/>
          </a:p>
        </p:txBody>
      </p:sp>
      <p:sp>
        <p:nvSpPr>
          <p:cNvPr id="3" name="テキスト プレースホルダー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a:t>マスター テキストの書式設定</a:t>
            </a:r>
            <a:endParaRPr kumimoji="1" lang="ja-JP" altLang="en-US"/>
          </a:p>
        </p:txBody>
      </p:sp>
      <p:sp>
        <p:nvSpPr>
          <p:cNvPr id="6" name="スライド番号プレースホルダー 5"/>
          <p:cNvSpPr>
            <a:spLocks noGrp="1"/>
          </p:cNvSpPr>
          <p:nvPr>
            <p:ph type="sldNum" sz="quarter" idx="12"/>
          </p:nvPr>
        </p:nvSpPr>
        <p:spPr/>
        <p:txBody>
          <a:bodyPr/>
          <a:lstStyle/>
          <a:p>
            <a:fld id="{0A2F15E4-2CDD-6047-9F8A-F392A4BC9A1F}" type="slidenum">
              <a:rPr kumimoji="1" lang="ja-JP" altLang="en-US" smtClean="0"/>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endParaRPr kumimoji="1" lang="ja-JP" altLang="en-US"/>
          </a:p>
        </p:txBody>
      </p:sp>
      <p:sp>
        <p:nvSpPr>
          <p:cNvPr id="3" name="コンテンツ プレースホルダー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コンテンツ プレースホルダー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7" name="スライド番号プレースホルダー 6"/>
          <p:cNvSpPr>
            <a:spLocks noGrp="1"/>
          </p:cNvSpPr>
          <p:nvPr>
            <p:ph type="sldNum" sz="quarter" idx="12"/>
          </p:nvPr>
        </p:nvSpPr>
        <p:spPr/>
        <p:txBody>
          <a:bodyPr/>
          <a:lstStyle/>
          <a:p>
            <a:fld id="{0A2F15E4-2CDD-6047-9F8A-F392A4BC9A1F}" type="slidenum">
              <a:rPr kumimoji="1" lang="ja-JP" altLang="en-US" smtClean="0"/>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a:t>マスター タイトルの書式設定</a:t>
            </a:r>
            <a:endParaRPr kumimoji="1" lang="ja-JP" altLang="en-US"/>
          </a:p>
        </p:txBody>
      </p:sp>
      <p:sp>
        <p:nvSpPr>
          <p:cNvPr id="3" name="テキスト プレースホルダー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endParaRPr kumimoji="1" lang="ja-JP" altLang="en-US"/>
          </a:p>
        </p:txBody>
      </p:sp>
      <p:sp>
        <p:nvSpPr>
          <p:cNvPr id="4" name="コンテンツ プレースホルダー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5" name="テキスト プレースホルダー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endParaRPr kumimoji="1" lang="ja-JP" altLang="en-US"/>
          </a:p>
        </p:txBody>
      </p:sp>
      <p:sp>
        <p:nvSpPr>
          <p:cNvPr id="6" name="コンテンツ プレースホルダー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9" name="スライド番号プレースホルダー 8"/>
          <p:cNvSpPr>
            <a:spLocks noGrp="1"/>
          </p:cNvSpPr>
          <p:nvPr>
            <p:ph type="sldNum" sz="quarter" idx="12"/>
          </p:nvPr>
        </p:nvSpPr>
        <p:spPr/>
        <p:txBody>
          <a:bodyPr/>
          <a:lstStyle/>
          <a:p>
            <a:fld id="{0A2F15E4-2CDD-6047-9F8A-F392A4BC9A1F}" type="slidenum">
              <a:rPr kumimoji="1" lang="ja-JP" altLang="en-US" smtClean="0"/>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endParaRPr kumimoji="1" lang="ja-JP" altLang="en-US"/>
          </a:p>
        </p:txBody>
      </p:sp>
      <p:sp>
        <p:nvSpPr>
          <p:cNvPr id="5" name="スライド番号プレースホルダー 4"/>
          <p:cNvSpPr>
            <a:spLocks noGrp="1"/>
          </p:cNvSpPr>
          <p:nvPr>
            <p:ph type="sldNum" sz="quarter" idx="12"/>
          </p:nvPr>
        </p:nvSpPr>
        <p:spPr/>
        <p:txBody>
          <a:bodyPr/>
          <a:lstStyle/>
          <a:p>
            <a:fld id="{0A2F15E4-2CDD-6047-9F8A-F392A4BC9A1F}" type="slidenum">
              <a:rPr kumimoji="1" lang="ja-JP" altLang="en-US" smtClean="0"/>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2"/>
          </p:nvPr>
        </p:nvSpPr>
        <p:spPr/>
        <p:txBody>
          <a:bodyPr/>
          <a:lstStyle/>
          <a:p>
            <a:fld id="{0A2F15E4-2CDD-6047-9F8A-F392A4BC9A1F}" type="slidenum">
              <a:rPr kumimoji="1" lang="ja-JP" altLang="en-US" smtClean="0"/>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609601" y="273050"/>
            <a:ext cx="4011084" cy="1162050"/>
          </a:xfrm>
        </p:spPr>
        <p:txBody>
          <a:bodyPr anchor="b"/>
          <a:lstStyle>
            <a:lvl1pPr algn="l">
              <a:defRPr sz="2000" b="1"/>
            </a:lvl1pPr>
          </a:lstStyle>
          <a:p>
            <a:r>
              <a:rPr kumimoji="1" lang="ja-JP" altLang="en-US"/>
              <a:t>マスター タイトルの書式設定</a:t>
            </a:r>
            <a:endParaRPr kumimoji="1" lang="ja-JP" altLang="en-US"/>
          </a:p>
        </p:txBody>
      </p:sp>
      <p:sp>
        <p:nvSpPr>
          <p:cNvPr id="3" name="コンテンツ プレースホルダー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テキスト プレースホルダー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マスター テキストの書式設定</a:t>
            </a:r>
            <a:endParaRPr kumimoji="1" lang="ja-JP" altLang="en-US"/>
          </a:p>
        </p:txBody>
      </p:sp>
      <p:sp>
        <p:nvSpPr>
          <p:cNvPr id="7" name="スライド番号プレースホルダー 6"/>
          <p:cNvSpPr>
            <a:spLocks noGrp="1"/>
          </p:cNvSpPr>
          <p:nvPr>
            <p:ph type="sldNum" sz="quarter" idx="12"/>
          </p:nvPr>
        </p:nvSpPr>
        <p:spPr/>
        <p:txBody>
          <a:bodyPr/>
          <a:lstStyle/>
          <a:p>
            <a:fld id="{0A2F15E4-2CDD-6047-9F8A-F392A4BC9A1F}" type="slidenum">
              <a:rPr kumimoji="1" lang="ja-JP" altLang="en-US" smtClean="0"/>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2389717" y="4800600"/>
            <a:ext cx="7315200" cy="566738"/>
          </a:xfrm>
        </p:spPr>
        <p:txBody>
          <a:bodyPr anchor="b"/>
          <a:lstStyle>
            <a:lvl1pPr algn="l">
              <a:defRPr sz="2000" b="1"/>
            </a:lvl1pPr>
          </a:lstStyle>
          <a:p>
            <a:r>
              <a:rPr kumimoji="1" lang="ja-JP" altLang="en-US"/>
              <a:t>マスター タイトルの書式設定</a:t>
            </a:r>
            <a:endParaRPr kumimoji="1" lang="ja-JP" altLang="en-US"/>
          </a:p>
        </p:txBody>
      </p:sp>
      <p:sp>
        <p:nvSpPr>
          <p:cNvPr id="3" name="図プレースホルダー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マスター テキストの書式設定</a:t>
            </a:r>
            <a:endParaRPr kumimoji="1" lang="ja-JP" altLang="en-US"/>
          </a:p>
        </p:txBody>
      </p:sp>
      <p:sp>
        <p:nvSpPr>
          <p:cNvPr id="7" name="スライド番号プレースホルダー 6"/>
          <p:cNvSpPr>
            <a:spLocks noGrp="1"/>
          </p:cNvSpPr>
          <p:nvPr>
            <p:ph type="sldNum" sz="quarter" idx="12"/>
          </p:nvPr>
        </p:nvSpPr>
        <p:spPr/>
        <p:txBody>
          <a:bodyPr/>
          <a:lstStyle/>
          <a:p>
            <a:fld id="{0A2F15E4-2CDD-6047-9F8A-F392A4BC9A1F}" type="slidenum">
              <a:rPr kumimoji="1" lang="ja-JP" altLang="en-US" smtClean="0"/>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endParaRPr kumimoji="1" lang="ja-JP" altLang="en-US"/>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6" name="スライド番号プレースホルダー 5"/>
          <p:cNvSpPr>
            <a:spLocks noGrp="1"/>
          </p:cNvSpPr>
          <p:nvPr>
            <p:ph type="sldNum" sz="quarter" idx="12"/>
          </p:nvPr>
        </p:nvSpPr>
        <p:spPr/>
        <p:txBody>
          <a:bodyPr/>
          <a:lstStyle/>
          <a:p>
            <a:fld id="{0A2F15E4-2CDD-6047-9F8A-F392A4BC9A1F}" type="slidenum">
              <a:rPr kumimoji="1" lang="ja-JP" altLang="en-US" smtClean="0"/>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839200" y="274639"/>
            <a:ext cx="2743200" cy="5851525"/>
          </a:xfrm>
        </p:spPr>
        <p:txBody>
          <a:bodyPr vert="eaVert"/>
          <a:lstStyle/>
          <a:p>
            <a:r>
              <a:rPr kumimoji="1" lang="ja-JP" altLang="en-US"/>
              <a:t>マスター タイトルの書式設定</a:t>
            </a:r>
            <a:endParaRPr kumimoji="1" lang="ja-JP" altLang="en-US"/>
          </a:p>
        </p:txBody>
      </p:sp>
      <p:sp>
        <p:nvSpPr>
          <p:cNvPr id="3" name="縦書きテキスト プレースホルダー 2"/>
          <p:cNvSpPr>
            <a:spLocks noGrp="1"/>
          </p:cNvSpPr>
          <p:nvPr>
            <p:ph type="body" orient="vert" idx="1"/>
          </p:nvPr>
        </p:nvSpPr>
        <p:spPr>
          <a:xfrm>
            <a:off x="609600" y="274639"/>
            <a:ext cx="8026400" cy="5851525"/>
          </a:xfrm>
        </p:spPr>
        <p:txBody>
          <a:bodyPr vert="eaVert"/>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6" name="スライド番号プレースホルダー 5"/>
          <p:cNvSpPr>
            <a:spLocks noGrp="1"/>
          </p:cNvSpPr>
          <p:nvPr>
            <p:ph type="sldNum" sz="quarter" idx="12"/>
          </p:nvPr>
        </p:nvSpPr>
        <p:spPr/>
        <p:txBody>
          <a:bodyPr/>
          <a:lstStyle/>
          <a:p>
            <a:fld id="{0A2F15E4-2CDD-6047-9F8A-F392A4BC9A1F}" type="slidenum">
              <a:rPr kumimoji="1" lang="ja-JP" altLang="en-US" smtClean="0"/>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3" name="Picture 9"/>
          <p:cNvPicPr>
            <a:picLocks noChangeAspect="1" noChangeArrowheads="1"/>
          </p:cNvPicPr>
          <p:nvPr/>
        </p:nvPicPr>
        <p:blipFill>
          <a:blip r:embed="rId12" cstate="email">
            <a:extLst>
              <a:ext uri="{28A0092B-C50C-407E-A947-70E740481C1C}">
                <a14:useLocalDpi xmlns:a14="http://schemas.microsoft.com/office/drawing/2010/main" val="0"/>
              </a:ext>
            </a:extLst>
          </a:blip>
          <a:srcRect/>
          <a:stretch>
            <a:fillRect/>
          </a:stretch>
        </p:blipFill>
        <p:spPr bwMode="auto">
          <a:xfrm>
            <a:off x="146053" y="6524103"/>
            <a:ext cx="2078987" cy="260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タイトル プレースホルダー 1"/>
          <p:cNvSpPr>
            <a:spLocks noGrp="1"/>
          </p:cNvSpPr>
          <p:nvPr>
            <p:ph type="title"/>
          </p:nvPr>
        </p:nvSpPr>
        <p:spPr>
          <a:xfrm>
            <a:off x="318805" y="347535"/>
            <a:ext cx="11569571" cy="456540"/>
          </a:xfrm>
          <a:prstGeom prst="rect">
            <a:avLst/>
          </a:prstGeom>
        </p:spPr>
        <p:txBody>
          <a:bodyPr vert="horz" lIns="91440" tIns="45720" rIns="91440" bIns="45720" rtlCol="0" anchor="ctr">
            <a:noAutofit/>
          </a:bodyPr>
          <a:lstStyle/>
          <a:p>
            <a:r>
              <a:rPr kumimoji="1" lang="ja-JP" altLang="en-US" dirty="0"/>
              <a:t>マスター タイトルの書式設定</a:t>
            </a:r>
            <a:endParaRPr kumimoji="1" lang="ja-JP" altLang="en-US" dirty="0"/>
          </a:p>
        </p:txBody>
      </p:sp>
      <p:sp>
        <p:nvSpPr>
          <p:cNvPr id="3" name="テキスト プレースホルダー 2"/>
          <p:cNvSpPr>
            <a:spLocks noGrp="1"/>
          </p:cNvSpPr>
          <p:nvPr>
            <p:ph type="body" idx="1"/>
          </p:nvPr>
        </p:nvSpPr>
        <p:spPr>
          <a:xfrm>
            <a:off x="609600" y="1038225"/>
            <a:ext cx="10972800" cy="5143500"/>
          </a:xfrm>
          <a:prstGeom prst="rect">
            <a:avLst/>
          </a:prstGeom>
        </p:spPr>
        <p:txBody>
          <a:bodyPr vert="horz" lIns="91440" tIns="45720" rIns="91440" bIns="45720" rtlCol="0">
            <a:normAutofit/>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6" name="スライド番号プレースホルダー 5"/>
          <p:cNvSpPr>
            <a:spLocks noGrp="1"/>
          </p:cNvSpPr>
          <p:nvPr>
            <p:ph type="sldNum" sz="quarter" idx="4"/>
          </p:nvPr>
        </p:nvSpPr>
        <p:spPr>
          <a:xfrm>
            <a:off x="9082287" y="6453137"/>
            <a:ext cx="2844800" cy="365125"/>
          </a:xfrm>
          <a:prstGeom prst="rect">
            <a:avLst/>
          </a:prstGeom>
        </p:spPr>
        <p:txBody>
          <a:bodyPr vert="horz" lIns="91440" tIns="45720" rIns="91440" bIns="45720" rtlCol="0" anchor="ctr"/>
          <a:lstStyle>
            <a:lvl1pPr algn="r">
              <a:defRPr sz="1200">
                <a:solidFill>
                  <a:schemeClr val="tx1">
                    <a:lumMod val="65000"/>
                    <a:lumOff val="35000"/>
                  </a:schemeClr>
                </a:solidFill>
                <a:latin typeface="ヒラギノ角ゴ Pro W3" pitchFamily="34" charset="-128"/>
                <a:ea typeface="ヒラギノ角ゴ Pro W3" pitchFamily="34" charset="-128"/>
              </a:defRPr>
            </a:lvl1pPr>
          </a:lstStyle>
          <a:p>
            <a:fld id="{0A2F15E4-2CDD-6047-9F8A-F392A4BC9A1F}" type="slidenum">
              <a:rPr lang="ja-JP" altLang="en-US" smtClean="0"/>
            </a:fld>
            <a:endParaRPr lang="ja-JP" altLang="en-US"/>
          </a:p>
        </p:txBody>
      </p:sp>
      <p:sp>
        <p:nvSpPr>
          <p:cNvPr id="14" name="Rectangle 13"/>
          <p:cNvSpPr>
            <a:spLocks noChangeArrowheads="1"/>
          </p:cNvSpPr>
          <p:nvPr/>
        </p:nvSpPr>
        <p:spPr bwMode="auto">
          <a:xfrm>
            <a:off x="0" y="1"/>
            <a:ext cx="12192000" cy="150813"/>
          </a:xfrm>
          <a:prstGeom prst="rect">
            <a:avLst/>
          </a:prstGeom>
          <a:solidFill>
            <a:srgbClr val="8EBE33"/>
          </a:solidFill>
          <a:ln>
            <a:noFill/>
          </a:ln>
        </p:spPr>
        <p:txBody>
          <a:bodyPr wrap="none" anchor="ctr"/>
          <a:lstStyle/>
          <a:p>
            <a:endParaRPr lang="ja-JP" altLang="en-US" sz="1800"/>
          </a:p>
        </p:txBody>
      </p:sp>
      <p:sp>
        <p:nvSpPr>
          <p:cNvPr id="15" name="Rectangle 14"/>
          <p:cNvSpPr>
            <a:spLocks noChangeArrowheads="1"/>
          </p:cNvSpPr>
          <p:nvPr/>
        </p:nvSpPr>
        <p:spPr bwMode="auto">
          <a:xfrm>
            <a:off x="0" y="184151"/>
            <a:ext cx="12192000" cy="42863"/>
          </a:xfrm>
          <a:prstGeom prst="rect">
            <a:avLst/>
          </a:prstGeom>
          <a:solidFill>
            <a:srgbClr val="8EBE33"/>
          </a:solidFill>
          <a:ln>
            <a:noFill/>
          </a:ln>
        </p:spPr>
        <p:txBody>
          <a:bodyPr wrap="none" anchor="ctr"/>
          <a:lstStyle/>
          <a:p>
            <a:endParaRPr lang="ja-JP" altLang="en-US" sz="1800"/>
          </a:p>
        </p:txBody>
      </p:sp>
      <p:sp>
        <p:nvSpPr>
          <p:cNvPr id="4" name="正方形/長方形 3"/>
          <p:cNvSpPr/>
          <p:nvPr/>
        </p:nvSpPr>
        <p:spPr>
          <a:xfrm>
            <a:off x="3067065" y="6535524"/>
            <a:ext cx="3219435" cy="184666"/>
          </a:xfrm>
          <a:prstGeom prst="rect">
            <a:avLst/>
          </a:prstGeom>
          <a:ln>
            <a:solidFill>
              <a:srgbClr val="FF6600"/>
            </a:solidFill>
          </a:ln>
        </p:spPr>
        <p:txBody>
          <a:bodyPr wrap="square" anchor="ctr" anchorCtr="0">
            <a:spAutoFit/>
          </a:bodyPr>
          <a:lstStyle/>
          <a:p>
            <a:pPr marL="0" marR="0" indent="0" algn="ctr" defTabSz="457200" rtl="0" eaLnBrk="1" fontAlgn="auto" latinLnBrk="0" hangingPunct="1">
              <a:lnSpc>
                <a:spcPct val="100000"/>
              </a:lnSpc>
              <a:spcBef>
                <a:spcPts val="0"/>
              </a:spcBef>
              <a:spcAft>
                <a:spcPts val="0"/>
              </a:spcAft>
              <a:buClrTx/>
              <a:buSzTx/>
              <a:buFontTx/>
              <a:buNone/>
              <a:defRPr/>
            </a:pPr>
            <a:r>
              <a:rPr lang="en-US" altLang="ja-JP" sz="600" u="none" dirty="0">
                <a:solidFill>
                  <a:srgbClr val="FF6600"/>
                </a:solidFill>
                <a:latin typeface="Meiryo" panose="020B0604030504040204" pitchFamily="50" charset="-128"/>
                <a:ea typeface="Meiryo" panose="020B0604030504040204" pitchFamily="50" charset="-128"/>
                <a:cs typeface="MS PGothic" panose="020B0600070205080204" charset="-128"/>
              </a:rPr>
              <a:t>Confidential.</a:t>
            </a:r>
            <a:r>
              <a:rPr lang="ja-JP" altLang="en-US" sz="600" u="none" dirty="0">
                <a:solidFill>
                  <a:srgbClr val="FF6600"/>
                </a:solidFill>
                <a:latin typeface="Meiryo" panose="020B0604030504040204" pitchFamily="50" charset="-128"/>
                <a:ea typeface="Meiryo" panose="020B0604030504040204" pitchFamily="50" charset="-128"/>
                <a:cs typeface="MS PGothic" panose="020B0600070205080204" charset="-128"/>
              </a:rPr>
              <a:t> </a:t>
            </a:r>
            <a:r>
              <a:rPr lang="en-US" altLang="ja-JP" sz="600" u="none" dirty="0">
                <a:solidFill>
                  <a:srgbClr val="FF6600"/>
                </a:solidFill>
                <a:latin typeface="Meiryo" panose="020B0604030504040204" pitchFamily="50" charset="-128"/>
                <a:ea typeface="Meiryo" panose="020B0604030504040204" pitchFamily="50" charset="-128"/>
                <a:cs typeface="MS PGothic" panose="020B0600070205080204" charset="-128"/>
              </a:rPr>
              <a:t>2023</a:t>
            </a:r>
            <a:r>
              <a:rPr lang="ja-JP" altLang="en-US" sz="600" u="none" baseline="0" dirty="0">
                <a:solidFill>
                  <a:srgbClr val="FF6600"/>
                </a:solidFill>
                <a:latin typeface="Meiryo" panose="020B0604030504040204" pitchFamily="50" charset="-128"/>
                <a:ea typeface="Meiryo" panose="020B0604030504040204" pitchFamily="50" charset="-128"/>
                <a:cs typeface="MS PGothic" panose="020B0600070205080204" charset="-128"/>
              </a:rPr>
              <a:t> </a:t>
            </a:r>
            <a:r>
              <a:rPr lang="en-US" altLang="ja-JP" sz="600" u="none" dirty="0">
                <a:solidFill>
                  <a:srgbClr val="FF6600"/>
                </a:solidFill>
                <a:latin typeface="Meiryo" panose="020B0604030504040204" pitchFamily="50" charset="-128"/>
                <a:ea typeface="Meiryo" panose="020B0604030504040204" pitchFamily="50" charset="-128"/>
                <a:cs typeface="MS PGothic" panose="020B0600070205080204" charset="-128"/>
              </a:rPr>
              <a:t>BRYCEN Co.,</a:t>
            </a:r>
            <a:r>
              <a:rPr lang="ja-JP" altLang="en-US" sz="600" u="none" dirty="0">
                <a:solidFill>
                  <a:srgbClr val="FF6600"/>
                </a:solidFill>
                <a:latin typeface="Meiryo" panose="020B0604030504040204" pitchFamily="50" charset="-128"/>
                <a:ea typeface="Meiryo" panose="020B0604030504040204" pitchFamily="50" charset="-128"/>
                <a:cs typeface="MS PGothic" panose="020B0600070205080204" charset="-128"/>
              </a:rPr>
              <a:t> </a:t>
            </a:r>
            <a:r>
              <a:rPr lang="en-US" altLang="ja-JP" sz="600" u="none" dirty="0">
                <a:solidFill>
                  <a:srgbClr val="FF6600"/>
                </a:solidFill>
                <a:latin typeface="Meiryo" panose="020B0604030504040204" pitchFamily="50" charset="-128"/>
                <a:ea typeface="Meiryo" panose="020B0604030504040204" pitchFamily="50" charset="-128"/>
                <a:cs typeface="MS PGothic" panose="020B0600070205080204" charset="-128"/>
              </a:rPr>
              <a:t>Ltd.  All Rights Reserved. </a:t>
            </a:r>
            <a:endParaRPr lang="en-US" altLang="ja-JP" sz="600" u="none" dirty="0">
              <a:solidFill>
                <a:srgbClr val="FF6600"/>
              </a:solidFill>
              <a:latin typeface="Meiryo" panose="020B0604030504040204" pitchFamily="50" charset="-128"/>
              <a:ea typeface="Meiryo" panose="020B0604030504040204" pitchFamily="50" charset="-128"/>
              <a:cs typeface="MS PGothic" panose="020B0600070205080204" charset="-128"/>
            </a:endParaRPr>
          </a:p>
        </p:txBody>
      </p:sp>
      <p:cxnSp>
        <p:nvCxnSpPr>
          <p:cNvPr id="8" name="直線コネクタ 7"/>
          <p:cNvCxnSpPr/>
          <p:nvPr/>
        </p:nvCxnSpPr>
        <p:spPr>
          <a:xfrm>
            <a:off x="0" y="6381750"/>
            <a:ext cx="12192000" cy="0"/>
          </a:xfrm>
          <a:prstGeom prst="line">
            <a:avLst/>
          </a:prstGeom>
          <a:ln w="19050">
            <a:solidFill>
              <a:srgbClr val="8EBE33"/>
            </a:solidFill>
            <a:tailEnd type="none"/>
          </a:ln>
          <a:effectLst/>
        </p:spPr>
        <p:style>
          <a:lnRef idx="2">
            <a:schemeClr val="accent1"/>
          </a:lnRef>
          <a:fillRef idx="0">
            <a:schemeClr val="accent1"/>
          </a:fillRef>
          <a:effectRef idx="1">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457200" rtl="0" eaLnBrk="1" latinLnBrk="0" hangingPunct="1">
        <a:spcBef>
          <a:spcPct val="0"/>
        </a:spcBef>
        <a:buNone/>
        <a:defRPr kumimoji="1" sz="2800" b="1" kern="1200">
          <a:solidFill>
            <a:schemeClr val="tx1">
              <a:lumMod val="65000"/>
              <a:lumOff val="35000"/>
            </a:schemeClr>
          </a:solidFill>
          <a:latin typeface="Meiryo" panose="020B0604030504040204" pitchFamily="50" charset="-128"/>
          <a:ea typeface="Meiryo" panose="020B0604030504040204" pitchFamily="50" charset="-128"/>
          <a:cs typeface="+mj-cs"/>
        </a:defRPr>
      </a:lvl1pPr>
    </p:titleStyle>
    <p:bodyStyle>
      <a:lvl1pPr marL="342900" indent="-342900" algn="l" defTabSz="457200" rtl="0" eaLnBrk="1" latinLnBrk="0" hangingPunct="1">
        <a:spcBef>
          <a:spcPct val="20000"/>
        </a:spcBef>
        <a:buFont typeface="Arial" panose="020B0604020202020204"/>
        <a:buChar char="•"/>
        <a:defRPr kumimoji="1" sz="3200" kern="1200">
          <a:solidFill>
            <a:schemeClr val="tx1">
              <a:lumMod val="65000"/>
              <a:lumOff val="35000"/>
            </a:schemeClr>
          </a:solidFill>
          <a:latin typeface="Meiryo" panose="020B0604030504040204" pitchFamily="50" charset="-128"/>
          <a:ea typeface="Meiryo" panose="020B0604030504040204" pitchFamily="50" charset="-128"/>
          <a:cs typeface="+mn-cs"/>
        </a:defRPr>
      </a:lvl1pPr>
      <a:lvl2pPr marL="742950" indent="-285750" algn="l" defTabSz="457200" rtl="0" eaLnBrk="1" latinLnBrk="0" hangingPunct="1">
        <a:spcBef>
          <a:spcPct val="20000"/>
        </a:spcBef>
        <a:buFont typeface="Arial" panose="020B0604020202020204"/>
        <a:buChar char="–"/>
        <a:defRPr kumimoji="1" sz="2800" kern="1200">
          <a:solidFill>
            <a:schemeClr val="tx1">
              <a:lumMod val="65000"/>
              <a:lumOff val="35000"/>
            </a:schemeClr>
          </a:solidFill>
          <a:latin typeface="Meiryo" panose="020B0604030504040204" pitchFamily="50" charset="-128"/>
          <a:ea typeface="Meiryo" panose="020B0604030504040204" pitchFamily="50" charset="-128"/>
          <a:cs typeface="+mn-cs"/>
        </a:defRPr>
      </a:lvl2pPr>
      <a:lvl3pPr marL="1143000" indent="-228600" algn="l" defTabSz="457200" rtl="0" eaLnBrk="1" latinLnBrk="0" hangingPunct="1">
        <a:spcBef>
          <a:spcPct val="20000"/>
        </a:spcBef>
        <a:buFont typeface="Arial" panose="020B0604020202020204"/>
        <a:buChar char="•"/>
        <a:defRPr kumimoji="1" sz="2400" kern="1200">
          <a:solidFill>
            <a:schemeClr val="tx1">
              <a:lumMod val="65000"/>
              <a:lumOff val="35000"/>
            </a:schemeClr>
          </a:solidFill>
          <a:latin typeface="Meiryo" panose="020B0604030504040204" pitchFamily="50" charset="-128"/>
          <a:ea typeface="Meiryo" panose="020B0604030504040204" pitchFamily="50" charset="-128"/>
          <a:cs typeface="+mn-cs"/>
        </a:defRPr>
      </a:lvl3pPr>
      <a:lvl4pPr marL="1600200" indent="-228600" algn="l" defTabSz="457200" rtl="0" eaLnBrk="1" latinLnBrk="0" hangingPunct="1">
        <a:spcBef>
          <a:spcPct val="20000"/>
        </a:spcBef>
        <a:buFont typeface="Arial" panose="020B0604020202020204"/>
        <a:buChar char="–"/>
        <a:defRPr kumimoji="1" sz="2000" kern="1200">
          <a:solidFill>
            <a:schemeClr val="tx1">
              <a:lumMod val="65000"/>
              <a:lumOff val="35000"/>
            </a:schemeClr>
          </a:solidFill>
          <a:latin typeface="Meiryo" panose="020B0604030504040204" pitchFamily="50" charset="-128"/>
          <a:ea typeface="Meiryo" panose="020B0604030504040204" pitchFamily="50" charset="-128"/>
          <a:cs typeface="+mn-cs"/>
        </a:defRPr>
      </a:lvl4pPr>
      <a:lvl5pPr marL="2057400" indent="-228600" algn="l" defTabSz="457200" rtl="0" eaLnBrk="1" latinLnBrk="0" hangingPunct="1">
        <a:spcBef>
          <a:spcPct val="20000"/>
        </a:spcBef>
        <a:buFont typeface="Arial" panose="020B0604020202020204"/>
        <a:buChar char="»"/>
        <a:defRPr kumimoji="1" sz="2000" kern="1200">
          <a:solidFill>
            <a:schemeClr val="tx1">
              <a:lumMod val="65000"/>
              <a:lumOff val="35000"/>
            </a:schemeClr>
          </a:solidFill>
          <a:latin typeface="Meiryo" panose="020B0604030504040204" pitchFamily="50" charset="-128"/>
          <a:ea typeface="Meiryo" panose="020B0604030504040204" pitchFamily="50" charset="-128"/>
          <a:cs typeface="+mn-cs"/>
        </a:defRPr>
      </a:lvl5pPr>
      <a:lvl6pPr marL="2514600" indent="-228600" algn="l" defTabSz="457200" rtl="0" eaLnBrk="1" latinLnBrk="0" hangingPunct="1">
        <a:spcBef>
          <a:spcPct val="20000"/>
        </a:spcBef>
        <a:buFont typeface="Arial" panose="020B0604020202020204"/>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3.jpe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chart" Target="../charts/chart1.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xml"/><Relationship Id="rId1"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p:cNvPicPr>
            <a:picLocks noChangeAspect="1"/>
          </p:cNvPicPr>
          <p:nvPr/>
        </p:nvPicPr>
        <p:blipFill>
          <a:blip r:embed="rId1" cstate="email"/>
          <a:stretch>
            <a:fillRect/>
          </a:stretch>
        </p:blipFill>
        <p:spPr>
          <a:xfrm>
            <a:off x="10608852" y="267594"/>
            <a:ext cx="1583148" cy="648072"/>
          </a:xfrm>
          <a:prstGeom prst="rect">
            <a:avLst/>
          </a:prstGeom>
        </p:spPr>
      </p:pic>
      <p:sp>
        <p:nvSpPr>
          <p:cNvPr id="7" name="タイトル 1"/>
          <p:cNvSpPr txBox="1"/>
          <p:nvPr/>
        </p:nvSpPr>
        <p:spPr>
          <a:xfrm>
            <a:off x="3959389" y="5559487"/>
            <a:ext cx="4273222" cy="677825"/>
          </a:xfrm>
          <a:prstGeom prst="rect">
            <a:avLst/>
          </a:prstGeom>
        </p:spPr>
        <p:txBody>
          <a:bodyPr/>
          <a:lstStyle>
            <a:lvl1pPr algn="ctr" rtl="0" eaLnBrk="0" fontAlgn="base" hangingPunct="0">
              <a:lnSpc>
                <a:spcPct val="85000"/>
              </a:lnSpc>
              <a:spcBef>
                <a:spcPct val="0"/>
              </a:spcBef>
              <a:spcAft>
                <a:spcPct val="0"/>
              </a:spcAft>
              <a:defRPr kumimoji="1" sz="2800">
                <a:solidFill>
                  <a:schemeClr val="tx2"/>
                </a:solidFill>
                <a:latin typeface="+mj-lt"/>
                <a:ea typeface="+mj-ea"/>
                <a:cs typeface="MS PGothic" panose="020B0600070205080204" charset="-128"/>
              </a:defRPr>
            </a:lvl1pPr>
            <a:lvl2pPr algn="l" rtl="0" eaLnBrk="0" fontAlgn="base" hangingPunct="0">
              <a:lnSpc>
                <a:spcPct val="85000"/>
              </a:lnSpc>
              <a:spcBef>
                <a:spcPct val="0"/>
              </a:spcBef>
              <a:spcAft>
                <a:spcPct val="0"/>
              </a:spcAft>
              <a:defRPr kumimoji="1" sz="2400">
                <a:solidFill>
                  <a:schemeClr val="tx2"/>
                </a:solidFill>
                <a:latin typeface="Times New Roman" panose="02020603050405020304" charset="0"/>
                <a:ea typeface="MS PGothic" panose="020B0600070205080204" charset="-128"/>
                <a:cs typeface="MS PGothic" panose="020B0600070205080204" charset="-128"/>
              </a:defRPr>
            </a:lvl2pPr>
            <a:lvl3pPr algn="l" rtl="0" eaLnBrk="0" fontAlgn="base" hangingPunct="0">
              <a:lnSpc>
                <a:spcPct val="85000"/>
              </a:lnSpc>
              <a:spcBef>
                <a:spcPct val="0"/>
              </a:spcBef>
              <a:spcAft>
                <a:spcPct val="0"/>
              </a:spcAft>
              <a:defRPr kumimoji="1" sz="2400">
                <a:solidFill>
                  <a:schemeClr val="tx2"/>
                </a:solidFill>
                <a:latin typeface="Times New Roman" panose="02020603050405020304" charset="0"/>
                <a:ea typeface="MS PGothic" panose="020B0600070205080204" charset="-128"/>
                <a:cs typeface="MS PGothic" panose="020B0600070205080204" charset="-128"/>
              </a:defRPr>
            </a:lvl3pPr>
            <a:lvl4pPr algn="l" rtl="0" eaLnBrk="0" fontAlgn="base" hangingPunct="0">
              <a:lnSpc>
                <a:spcPct val="85000"/>
              </a:lnSpc>
              <a:spcBef>
                <a:spcPct val="0"/>
              </a:spcBef>
              <a:spcAft>
                <a:spcPct val="0"/>
              </a:spcAft>
              <a:defRPr kumimoji="1" sz="2400">
                <a:solidFill>
                  <a:schemeClr val="tx2"/>
                </a:solidFill>
                <a:latin typeface="Times New Roman" panose="02020603050405020304" charset="0"/>
                <a:ea typeface="MS PGothic" panose="020B0600070205080204" charset="-128"/>
                <a:cs typeface="MS PGothic" panose="020B0600070205080204" charset="-128"/>
              </a:defRPr>
            </a:lvl4pPr>
            <a:lvl5pPr algn="l" rtl="0" eaLnBrk="0" fontAlgn="base" hangingPunct="0">
              <a:lnSpc>
                <a:spcPct val="85000"/>
              </a:lnSpc>
              <a:spcBef>
                <a:spcPct val="0"/>
              </a:spcBef>
              <a:spcAft>
                <a:spcPct val="0"/>
              </a:spcAft>
              <a:defRPr kumimoji="1" sz="2400">
                <a:solidFill>
                  <a:schemeClr val="tx2"/>
                </a:solidFill>
                <a:latin typeface="Times New Roman" panose="02020603050405020304" charset="0"/>
                <a:ea typeface="MS PGothic" panose="020B0600070205080204" charset="-128"/>
                <a:cs typeface="MS PGothic" panose="020B0600070205080204" charset="-128"/>
              </a:defRPr>
            </a:lvl5pPr>
            <a:lvl6pPr marL="457200" algn="l" rtl="0" fontAlgn="base">
              <a:lnSpc>
                <a:spcPct val="85000"/>
              </a:lnSpc>
              <a:spcBef>
                <a:spcPct val="0"/>
              </a:spcBef>
              <a:spcAft>
                <a:spcPct val="0"/>
              </a:spcAft>
              <a:defRPr kumimoji="1" sz="2400">
                <a:solidFill>
                  <a:schemeClr val="tx2"/>
                </a:solidFill>
                <a:latin typeface="Times New Roman" panose="02020603050405020304" charset="0"/>
                <a:ea typeface="MS PGothic" panose="020B0600070205080204" charset="-128"/>
              </a:defRPr>
            </a:lvl6pPr>
            <a:lvl7pPr marL="914400" algn="l" rtl="0" fontAlgn="base">
              <a:lnSpc>
                <a:spcPct val="85000"/>
              </a:lnSpc>
              <a:spcBef>
                <a:spcPct val="0"/>
              </a:spcBef>
              <a:spcAft>
                <a:spcPct val="0"/>
              </a:spcAft>
              <a:defRPr kumimoji="1" sz="2400">
                <a:solidFill>
                  <a:schemeClr val="tx2"/>
                </a:solidFill>
                <a:latin typeface="Times New Roman" panose="02020603050405020304" charset="0"/>
                <a:ea typeface="MS PGothic" panose="020B0600070205080204" charset="-128"/>
              </a:defRPr>
            </a:lvl7pPr>
            <a:lvl8pPr marL="1371600" algn="l" rtl="0" fontAlgn="base">
              <a:lnSpc>
                <a:spcPct val="85000"/>
              </a:lnSpc>
              <a:spcBef>
                <a:spcPct val="0"/>
              </a:spcBef>
              <a:spcAft>
                <a:spcPct val="0"/>
              </a:spcAft>
              <a:defRPr kumimoji="1" sz="2400">
                <a:solidFill>
                  <a:schemeClr val="tx2"/>
                </a:solidFill>
                <a:latin typeface="Times New Roman" panose="02020603050405020304" charset="0"/>
                <a:ea typeface="MS PGothic" panose="020B0600070205080204" charset="-128"/>
              </a:defRPr>
            </a:lvl8pPr>
            <a:lvl9pPr marL="1828800" algn="l" rtl="0" fontAlgn="base">
              <a:lnSpc>
                <a:spcPct val="85000"/>
              </a:lnSpc>
              <a:spcBef>
                <a:spcPct val="0"/>
              </a:spcBef>
              <a:spcAft>
                <a:spcPct val="0"/>
              </a:spcAft>
              <a:defRPr kumimoji="1" sz="2400">
                <a:solidFill>
                  <a:schemeClr val="tx2"/>
                </a:solidFill>
                <a:latin typeface="Times New Roman" panose="02020603050405020304" charset="0"/>
                <a:ea typeface="MS PGothic" panose="020B0600070205080204" charset="-128"/>
              </a:defRPr>
            </a:lvl9pPr>
          </a:lstStyle>
          <a:p>
            <a:endParaRPr lang="en-US" altLang="ja-JP" sz="2400" b="1" i="1" kern="0" dirty="0" smtClean="0">
              <a:solidFill>
                <a:srgbClr val="92D050"/>
              </a:solidFill>
              <a:latin typeface="Meiryo" panose="020B0604030504040204" pitchFamily="50" charset="-128"/>
              <a:ea typeface="Meiryo" panose="020B0604030504040204" pitchFamily="50" charset="-128"/>
            </a:endParaRPr>
          </a:p>
          <a:p>
            <a:r>
              <a:rPr lang="ja-JP" altLang="en-US" sz="2400" b="1" i="1" kern="0" dirty="0" smtClean="0">
                <a:solidFill>
                  <a:srgbClr val="92D050"/>
                </a:solidFill>
                <a:latin typeface="Meiryo" panose="020B0604030504040204" pitchFamily="50" charset="-128"/>
                <a:ea typeface="Meiryo" panose="020B0604030504040204" pitchFamily="50" charset="-128"/>
              </a:rPr>
              <a:t>振</a:t>
            </a:r>
            <a:r>
              <a:rPr lang="ja-JP" altLang="en-US" sz="2400" b="1" i="1" kern="0" dirty="0">
                <a:solidFill>
                  <a:srgbClr val="92D050"/>
                </a:solidFill>
                <a:latin typeface="Meiryo" panose="020B0604030504040204" pitchFamily="50" charset="-128"/>
                <a:ea typeface="Meiryo" panose="020B0604030504040204" pitchFamily="50" charset="-128"/>
              </a:rPr>
              <a:t>り返りご報告</a:t>
            </a:r>
            <a:endParaRPr lang="en-US" altLang="ja-JP" sz="2400" b="1" dirty="0">
              <a:solidFill>
                <a:srgbClr val="92D050"/>
              </a:solidFill>
              <a:latin typeface="Meiryo" panose="020B0604030504040204" pitchFamily="50" charset="-128"/>
              <a:ea typeface="Meiryo" panose="020B0604030504040204" pitchFamily="50" charset="-128"/>
            </a:endParaRPr>
          </a:p>
        </p:txBody>
      </p:sp>
      <p:sp>
        <p:nvSpPr>
          <p:cNvPr id="6" name="タイトル 1"/>
          <p:cNvSpPr txBox="1"/>
          <p:nvPr/>
        </p:nvSpPr>
        <p:spPr>
          <a:xfrm>
            <a:off x="9048328" y="6048138"/>
            <a:ext cx="2880320" cy="333358"/>
          </a:xfrm>
          <a:prstGeom prst="rect">
            <a:avLst/>
          </a:prstGeom>
        </p:spPr>
        <p:txBody>
          <a:bodyPr/>
          <a:lstStyle>
            <a:lvl1pPr algn="ctr" rtl="0" eaLnBrk="0" fontAlgn="base" hangingPunct="0">
              <a:lnSpc>
                <a:spcPct val="85000"/>
              </a:lnSpc>
              <a:spcBef>
                <a:spcPct val="0"/>
              </a:spcBef>
              <a:spcAft>
                <a:spcPct val="0"/>
              </a:spcAft>
              <a:defRPr kumimoji="1" sz="2800">
                <a:solidFill>
                  <a:schemeClr val="tx2"/>
                </a:solidFill>
                <a:latin typeface="+mj-lt"/>
                <a:ea typeface="+mj-ea"/>
                <a:cs typeface="MS PGothic" panose="020B0600070205080204" charset="-128"/>
              </a:defRPr>
            </a:lvl1pPr>
            <a:lvl2pPr algn="l" rtl="0" eaLnBrk="0" fontAlgn="base" hangingPunct="0">
              <a:lnSpc>
                <a:spcPct val="85000"/>
              </a:lnSpc>
              <a:spcBef>
                <a:spcPct val="0"/>
              </a:spcBef>
              <a:spcAft>
                <a:spcPct val="0"/>
              </a:spcAft>
              <a:defRPr kumimoji="1" sz="2400">
                <a:solidFill>
                  <a:schemeClr val="tx2"/>
                </a:solidFill>
                <a:latin typeface="Times New Roman" panose="02020603050405020304" charset="0"/>
                <a:ea typeface="MS PGothic" panose="020B0600070205080204" charset="-128"/>
                <a:cs typeface="MS PGothic" panose="020B0600070205080204" charset="-128"/>
              </a:defRPr>
            </a:lvl2pPr>
            <a:lvl3pPr algn="l" rtl="0" eaLnBrk="0" fontAlgn="base" hangingPunct="0">
              <a:lnSpc>
                <a:spcPct val="85000"/>
              </a:lnSpc>
              <a:spcBef>
                <a:spcPct val="0"/>
              </a:spcBef>
              <a:spcAft>
                <a:spcPct val="0"/>
              </a:spcAft>
              <a:defRPr kumimoji="1" sz="2400">
                <a:solidFill>
                  <a:schemeClr val="tx2"/>
                </a:solidFill>
                <a:latin typeface="Times New Roman" panose="02020603050405020304" charset="0"/>
                <a:ea typeface="MS PGothic" panose="020B0600070205080204" charset="-128"/>
                <a:cs typeface="MS PGothic" panose="020B0600070205080204" charset="-128"/>
              </a:defRPr>
            </a:lvl3pPr>
            <a:lvl4pPr algn="l" rtl="0" eaLnBrk="0" fontAlgn="base" hangingPunct="0">
              <a:lnSpc>
                <a:spcPct val="85000"/>
              </a:lnSpc>
              <a:spcBef>
                <a:spcPct val="0"/>
              </a:spcBef>
              <a:spcAft>
                <a:spcPct val="0"/>
              </a:spcAft>
              <a:defRPr kumimoji="1" sz="2400">
                <a:solidFill>
                  <a:schemeClr val="tx2"/>
                </a:solidFill>
                <a:latin typeface="Times New Roman" panose="02020603050405020304" charset="0"/>
                <a:ea typeface="MS PGothic" panose="020B0600070205080204" charset="-128"/>
                <a:cs typeface="MS PGothic" panose="020B0600070205080204" charset="-128"/>
              </a:defRPr>
            </a:lvl4pPr>
            <a:lvl5pPr algn="l" rtl="0" eaLnBrk="0" fontAlgn="base" hangingPunct="0">
              <a:lnSpc>
                <a:spcPct val="85000"/>
              </a:lnSpc>
              <a:spcBef>
                <a:spcPct val="0"/>
              </a:spcBef>
              <a:spcAft>
                <a:spcPct val="0"/>
              </a:spcAft>
              <a:defRPr kumimoji="1" sz="2400">
                <a:solidFill>
                  <a:schemeClr val="tx2"/>
                </a:solidFill>
                <a:latin typeface="Times New Roman" panose="02020603050405020304" charset="0"/>
                <a:ea typeface="MS PGothic" panose="020B0600070205080204" charset="-128"/>
                <a:cs typeface="MS PGothic" panose="020B0600070205080204" charset="-128"/>
              </a:defRPr>
            </a:lvl5pPr>
            <a:lvl6pPr marL="457200" algn="l" rtl="0" fontAlgn="base">
              <a:lnSpc>
                <a:spcPct val="85000"/>
              </a:lnSpc>
              <a:spcBef>
                <a:spcPct val="0"/>
              </a:spcBef>
              <a:spcAft>
                <a:spcPct val="0"/>
              </a:spcAft>
              <a:defRPr kumimoji="1" sz="2400">
                <a:solidFill>
                  <a:schemeClr val="tx2"/>
                </a:solidFill>
                <a:latin typeface="Times New Roman" panose="02020603050405020304" charset="0"/>
                <a:ea typeface="MS PGothic" panose="020B0600070205080204" charset="-128"/>
              </a:defRPr>
            </a:lvl6pPr>
            <a:lvl7pPr marL="914400" algn="l" rtl="0" fontAlgn="base">
              <a:lnSpc>
                <a:spcPct val="85000"/>
              </a:lnSpc>
              <a:spcBef>
                <a:spcPct val="0"/>
              </a:spcBef>
              <a:spcAft>
                <a:spcPct val="0"/>
              </a:spcAft>
              <a:defRPr kumimoji="1" sz="2400">
                <a:solidFill>
                  <a:schemeClr val="tx2"/>
                </a:solidFill>
                <a:latin typeface="Times New Roman" panose="02020603050405020304" charset="0"/>
                <a:ea typeface="MS PGothic" panose="020B0600070205080204" charset="-128"/>
              </a:defRPr>
            </a:lvl7pPr>
            <a:lvl8pPr marL="1371600" algn="l" rtl="0" fontAlgn="base">
              <a:lnSpc>
                <a:spcPct val="85000"/>
              </a:lnSpc>
              <a:spcBef>
                <a:spcPct val="0"/>
              </a:spcBef>
              <a:spcAft>
                <a:spcPct val="0"/>
              </a:spcAft>
              <a:defRPr kumimoji="1" sz="2400">
                <a:solidFill>
                  <a:schemeClr val="tx2"/>
                </a:solidFill>
                <a:latin typeface="Times New Roman" panose="02020603050405020304" charset="0"/>
                <a:ea typeface="MS PGothic" panose="020B0600070205080204" charset="-128"/>
              </a:defRPr>
            </a:lvl8pPr>
            <a:lvl9pPr marL="1828800" algn="l" rtl="0" fontAlgn="base">
              <a:lnSpc>
                <a:spcPct val="85000"/>
              </a:lnSpc>
              <a:spcBef>
                <a:spcPct val="0"/>
              </a:spcBef>
              <a:spcAft>
                <a:spcPct val="0"/>
              </a:spcAft>
              <a:defRPr kumimoji="1" sz="2400">
                <a:solidFill>
                  <a:schemeClr val="tx2"/>
                </a:solidFill>
                <a:latin typeface="Times New Roman" panose="02020603050405020304" charset="0"/>
                <a:ea typeface="MS PGothic" panose="020B0600070205080204" charset="-128"/>
              </a:defRPr>
            </a:lvl9pPr>
          </a:lstStyle>
          <a:p>
            <a:pPr algn="r"/>
            <a:r>
              <a:rPr lang="en-US" altLang="ja-JP" sz="2400" b="1" dirty="0">
                <a:solidFill>
                  <a:srgbClr val="92D050"/>
                </a:solidFill>
                <a:latin typeface="Meiryo" panose="020B0604030504040204" pitchFamily="50" charset="-128"/>
                <a:ea typeface="Meiryo" panose="020B0604030504040204" pitchFamily="50" charset="-128"/>
              </a:rPr>
              <a:t>2026</a:t>
            </a:r>
            <a:r>
              <a:rPr lang="ja-JP" altLang="en-US" sz="2400" b="1" dirty="0" smtClean="0">
                <a:solidFill>
                  <a:srgbClr val="92D050"/>
                </a:solidFill>
                <a:latin typeface="Meiryo" panose="020B0604030504040204" pitchFamily="50" charset="-128"/>
                <a:ea typeface="Meiryo" panose="020B0604030504040204" pitchFamily="50" charset="-128"/>
              </a:rPr>
              <a:t>年</a:t>
            </a:r>
            <a:r>
              <a:rPr lang="en-US" altLang="ja-JP" sz="2400" b="1" dirty="0" smtClean="0">
                <a:solidFill>
                  <a:srgbClr val="92D050"/>
                </a:solidFill>
                <a:latin typeface="Meiryo" panose="020B0604030504040204" pitchFamily="50" charset="-128"/>
                <a:ea typeface="Meiryo" panose="020B0604030504040204" pitchFamily="50" charset="-128"/>
              </a:rPr>
              <a:t>3</a:t>
            </a:r>
            <a:r>
              <a:rPr lang="ja-JP" altLang="en-US" sz="2400" b="1" dirty="0" smtClean="0">
                <a:solidFill>
                  <a:srgbClr val="92D050"/>
                </a:solidFill>
                <a:latin typeface="Meiryo" panose="020B0604030504040204" pitchFamily="50" charset="-128"/>
                <a:ea typeface="Meiryo" panose="020B0604030504040204" pitchFamily="50" charset="-128"/>
              </a:rPr>
              <a:t>月</a:t>
            </a:r>
            <a:r>
              <a:rPr lang="en-US" altLang="ja-JP" sz="2400" b="1" dirty="0" smtClean="0">
                <a:solidFill>
                  <a:srgbClr val="92D050"/>
                </a:solidFill>
                <a:latin typeface="Meiryo" panose="020B0604030504040204" pitchFamily="50" charset="-128"/>
                <a:ea typeface="Meiryo" panose="020B0604030504040204" pitchFamily="50" charset="-128"/>
              </a:rPr>
              <a:t>31</a:t>
            </a:r>
            <a:r>
              <a:rPr lang="ja-JP" altLang="en-US" sz="2400" b="1" dirty="0" smtClean="0">
                <a:solidFill>
                  <a:srgbClr val="92D050"/>
                </a:solidFill>
                <a:latin typeface="Meiryo" panose="020B0604030504040204" pitchFamily="50" charset="-128"/>
                <a:ea typeface="Meiryo" panose="020B0604030504040204" pitchFamily="50" charset="-128"/>
              </a:rPr>
              <a:t>日</a:t>
            </a:r>
            <a:br>
              <a:rPr lang="ja-JP" altLang="en-US" sz="2400" b="1" dirty="0">
                <a:solidFill>
                  <a:srgbClr val="92D050"/>
                </a:solidFill>
              </a:rPr>
            </a:br>
            <a:endParaRPr lang="ja-JP" altLang="en-US" sz="2400" b="1" i="1" kern="0" dirty="0">
              <a:solidFill>
                <a:srgbClr val="92D050"/>
              </a:solidFill>
              <a:latin typeface="Meiryo" panose="020B0604030504040204" pitchFamily="50" charset="-128"/>
              <a:ea typeface="Meiryo" panose="020B0604030504040204" pitchFamily="50" charset="-128"/>
            </a:endParaRPr>
          </a:p>
        </p:txBody>
      </p:sp>
      <p:sp>
        <p:nvSpPr>
          <p:cNvPr id="9" name="タイトル 1"/>
          <p:cNvSpPr>
            <a:spLocks noGrp="1"/>
          </p:cNvSpPr>
          <p:nvPr>
            <p:ph type="ctrTitle"/>
          </p:nvPr>
        </p:nvSpPr>
        <p:spPr>
          <a:xfrm>
            <a:off x="0" y="1077715"/>
            <a:ext cx="12192000" cy="328252"/>
          </a:xfrm>
        </p:spPr>
        <p:txBody>
          <a:bodyPr/>
          <a:lstStyle/>
          <a:p>
            <a:pPr algn="ctr"/>
            <a:r>
              <a:rPr lang="en-US" altLang="en-US" b="1" dirty="0">
                <a:solidFill>
                  <a:srgbClr val="92D050"/>
                </a:solidFill>
              </a:rPr>
              <a:t>CRM</a:t>
            </a:r>
            <a:r>
              <a:rPr lang="zh-CN" altLang="en-US" b="1" dirty="0">
                <a:solidFill>
                  <a:srgbClr val="92D050"/>
                </a:solidFill>
              </a:rPr>
              <a:t>案件</a:t>
            </a:r>
            <a:endParaRPr lang="zh-CN" altLang="en-US" b="1" dirty="0">
              <a:solidFill>
                <a:srgbClr val="92D050"/>
              </a:solidFill>
            </a:endParaRPr>
          </a:p>
        </p:txBody>
      </p:sp>
      <p:pic>
        <p:nvPicPr>
          <p:cNvPr id="3" name="図 2"/>
          <p:cNvPicPr>
            <a:picLocks noChangeAspect="1"/>
          </p:cNvPicPr>
          <p:nvPr/>
        </p:nvPicPr>
        <p:blipFill>
          <a:blip r:embed="rId2" cstate="email"/>
          <a:stretch>
            <a:fillRect/>
          </a:stretch>
        </p:blipFill>
        <p:spPr>
          <a:xfrm>
            <a:off x="0" y="1641756"/>
            <a:ext cx="12192000" cy="3727324"/>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12"/>
          </p:nvPr>
        </p:nvSpPr>
        <p:spPr/>
        <p:txBody>
          <a:bodyPr/>
          <a:lstStyle/>
          <a:p>
            <a:fld id="{0A2F15E4-2CDD-6047-9F8A-F392A4BC9A1F}" type="slidenum">
              <a:rPr kumimoji="1" lang="ja-JP" altLang="en-US" smtClean="0"/>
            </a:fld>
            <a:endParaRPr kumimoji="1" lang="ja-JP" altLang="en-US"/>
          </a:p>
        </p:txBody>
      </p:sp>
      <p:sp>
        <p:nvSpPr>
          <p:cNvPr id="6" name="タイトル 3"/>
          <p:cNvSpPr txBox="1"/>
          <p:nvPr/>
        </p:nvSpPr>
        <p:spPr>
          <a:xfrm>
            <a:off x="254001" y="276225"/>
            <a:ext cx="10414000" cy="609600"/>
          </a:xfrm>
          <a:prstGeom prst="rect">
            <a:avLst/>
          </a:prstGeom>
        </p:spPr>
        <p:txBody>
          <a:bodyPr vert="horz" lIns="91440" tIns="180000" rIns="91440" bIns="45720" rtlCol="0" anchor="ctr">
            <a:noAutofit/>
          </a:bodyPr>
          <a:lstStyle>
            <a:lvl1pPr algn="l" defTabSz="457200" rtl="0" eaLnBrk="1" latinLnBrk="0" hangingPunct="1">
              <a:spcBef>
                <a:spcPct val="0"/>
              </a:spcBef>
              <a:buNone/>
              <a:defRPr kumimoji="1" sz="2800" b="1" kern="1200">
                <a:solidFill>
                  <a:schemeClr val="tx1">
                    <a:lumMod val="65000"/>
                    <a:lumOff val="35000"/>
                  </a:schemeClr>
                </a:solidFill>
                <a:latin typeface="Meiryo" panose="020B0604030504040204" pitchFamily="50" charset="-128"/>
                <a:ea typeface="Meiryo" panose="020B0604030504040204" pitchFamily="50" charset="-128"/>
                <a:cs typeface="+mj-cs"/>
              </a:defRPr>
            </a:lvl1pPr>
          </a:lstStyle>
          <a:p>
            <a:r>
              <a:rPr lang="ja-JP" altLang="en-US" smtClean="0">
                <a:solidFill>
                  <a:schemeClr val="bg1"/>
                </a:solidFill>
                <a:effectLst>
                  <a:outerShdw blurRad="38100" dist="38100" dir="2700000" algn="tl">
                    <a:srgbClr val="000000">
                      <a:alpha val="43137"/>
                    </a:srgbClr>
                  </a:outerShdw>
                </a:effectLst>
                <a:cs typeface="Meiryo" panose="020B0604030504040204" pitchFamily="50" charset="-128"/>
              </a:rPr>
              <a:t>体制イメージ</a:t>
            </a:r>
            <a:endParaRPr lang="en-US" altLang="ja-JP" dirty="0">
              <a:solidFill>
                <a:schemeClr val="bg1"/>
              </a:solidFill>
              <a:effectLst>
                <a:outerShdw blurRad="38100" dist="38100" dir="2700000" algn="tl">
                  <a:srgbClr val="000000">
                    <a:alpha val="43137"/>
                  </a:srgbClr>
                </a:outerShdw>
              </a:effectLst>
              <a:cs typeface="Meiryo" panose="020B0604030504040204" pitchFamily="50" charset="-128"/>
            </a:endParaRPr>
          </a:p>
        </p:txBody>
      </p:sp>
      <p:sp>
        <p:nvSpPr>
          <p:cNvPr id="7" name="正方形/長方形 5"/>
          <p:cNvSpPr/>
          <p:nvPr/>
        </p:nvSpPr>
        <p:spPr>
          <a:xfrm>
            <a:off x="254000" y="284185"/>
            <a:ext cx="11938000" cy="601640"/>
          </a:xfrm>
          <a:prstGeom prst="rect">
            <a:avLst/>
          </a:prstGeom>
          <a:gradFill flip="none" rotWithShape="1">
            <a:gsLst>
              <a:gs pos="22000">
                <a:srgbClr val="82C651"/>
              </a:gs>
              <a:gs pos="100000">
                <a:schemeClr val="bg1"/>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l"/>
            <a:endParaRPr lang="ja-JP" altLang="en-US" dirty="0">
              <a:solidFill>
                <a:schemeClr val="bg1"/>
              </a:solidFill>
              <a:latin typeface="Meiryo UI" panose="020B0604030504040204" pitchFamily="50" charset="-128"/>
              <a:ea typeface="Meiryo UI" panose="020B0604030504040204" pitchFamily="50" charset="-128"/>
            </a:endParaRPr>
          </a:p>
        </p:txBody>
      </p:sp>
      <p:sp>
        <p:nvSpPr>
          <p:cNvPr id="8" name="タイトル 3"/>
          <p:cNvSpPr txBox="1"/>
          <p:nvPr/>
        </p:nvSpPr>
        <p:spPr>
          <a:xfrm>
            <a:off x="254001" y="284474"/>
            <a:ext cx="10414000" cy="609600"/>
          </a:xfrm>
          <a:prstGeom prst="rect">
            <a:avLst/>
          </a:prstGeom>
        </p:spPr>
        <p:txBody>
          <a:bodyPr vert="horz" lIns="91440" tIns="180000" rIns="91440" bIns="45720" rtlCol="0" anchor="ctr">
            <a:noAutofit/>
          </a:bodyPr>
          <a:lstStyle>
            <a:lvl1pPr algn="l" defTabSz="457200" rtl="0" eaLnBrk="1" latinLnBrk="0" hangingPunct="1">
              <a:spcBef>
                <a:spcPct val="0"/>
              </a:spcBef>
              <a:buNone/>
              <a:defRPr kumimoji="1" sz="2800" b="1" kern="1200">
                <a:solidFill>
                  <a:schemeClr val="tx1">
                    <a:lumMod val="65000"/>
                    <a:lumOff val="35000"/>
                  </a:schemeClr>
                </a:solidFill>
                <a:latin typeface="Meiryo" panose="020B0604030504040204" pitchFamily="50" charset="-128"/>
                <a:ea typeface="Meiryo" panose="020B0604030504040204" pitchFamily="50" charset="-128"/>
                <a:cs typeface="+mj-cs"/>
              </a:defRPr>
            </a:lvl1pPr>
          </a:lstStyle>
          <a:p>
            <a:r>
              <a:rPr lang="ja-JP" altLang="en-US" dirty="0">
                <a:solidFill>
                  <a:schemeClr val="bg1"/>
                </a:solidFill>
                <a:effectLst>
                  <a:outerShdw blurRad="38100" dist="38100" dir="2700000" algn="tl">
                    <a:srgbClr val="000000">
                      <a:alpha val="43137"/>
                    </a:srgbClr>
                  </a:outerShdw>
                </a:effectLst>
                <a:cs typeface="Meiryo" panose="020B0604030504040204" pitchFamily="50" charset="-128"/>
              </a:rPr>
              <a:t>案</a:t>
            </a:r>
            <a:r>
              <a:rPr lang="ja-JP" altLang="en-US" dirty="0" smtClean="0">
                <a:solidFill>
                  <a:schemeClr val="bg1"/>
                </a:solidFill>
                <a:effectLst>
                  <a:outerShdw blurRad="38100" dist="38100" dir="2700000" algn="tl">
                    <a:srgbClr val="000000">
                      <a:alpha val="43137"/>
                    </a:srgbClr>
                  </a:outerShdw>
                </a:effectLst>
                <a:cs typeface="Meiryo" panose="020B0604030504040204" pitchFamily="50" charset="-128"/>
              </a:rPr>
              <a:t>件の体制</a:t>
            </a:r>
            <a:endParaRPr lang="en-US" altLang="ja-JP" dirty="0">
              <a:solidFill>
                <a:schemeClr val="bg1"/>
              </a:solidFill>
              <a:effectLst>
                <a:outerShdw blurRad="38100" dist="38100" dir="2700000" algn="tl">
                  <a:srgbClr val="000000">
                    <a:alpha val="43137"/>
                  </a:srgbClr>
                </a:outerShdw>
              </a:effectLst>
              <a:cs typeface="Meiryo" panose="020B0604030504040204" pitchFamily="50" charset="-128"/>
            </a:endParaRPr>
          </a:p>
        </p:txBody>
      </p:sp>
      <p:pic>
        <p:nvPicPr>
          <p:cNvPr id="5" name="Content Placeholder 4"/>
          <p:cNvPicPr>
            <a:picLocks noChangeAspect="1"/>
          </p:cNvPicPr>
          <p:nvPr>
            <p:ph idx="1"/>
          </p:nvPr>
        </p:nvPicPr>
        <p:blipFill>
          <a:blip r:embed="rId1"/>
          <a:stretch>
            <a:fillRect/>
          </a:stretch>
        </p:blipFill>
        <p:spPr>
          <a:xfrm>
            <a:off x="1456690" y="1356995"/>
            <a:ext cx="9277350" cy="4505325"/>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2"/>
          </p:nvPr>
        </p:nvSpPr>
        <p:spPr/>
        <p:txBody>
          <a:bodyPr/>
          <a:lstStyle/>
          <a:p>
            <a:fld id="{0A2F15E4-2CDD-6047-9F8A-F392A4BC9A1F}" type="slidenum">
              <a:rPr kumimoji="1" lang="ja-JP" altLang="en-US" smtClean="0">
                <a:latin typeface="Meiryo UI" panose="020B0604030504040204" pitchFamily="50" charset="-128"/>
                <a:ea typeface="Meiryo UI" panose="020B0604030504040204" pitchFamily="50" charset="-128"/>
              </a:rPr>
            </a:fld>
            <a:endParaRPr kumimoji="1" lang="ja-JP" altLang="en-US">
              <a:latin typeface="Meiryo UI" panose="020B0604030504040204" pitchFamily="50" charset="-128"/>
              <a:ea typeface="Meiryo UI" panose="020B0604030504040204" pitchFamily="50" charset="-128"/>
            </a:endParaRPr>
          </a:p>
        </p:txBody>
      </p:sp>
      <p:sp>
        <p:nvSpPr>
          <p:cNvPr id="6" name="正方形/長方形 5"/>
          <p:cNvSpPr/>
          <p:nvPr/>
        </p:nvSpPr>
        <p:spPr>
          <a:xfrm>
            <a:off x="254000" y="276225"/>
            <a:ext cx="11379200" cy="601345"/>
          </a:xfrm>
          <a:prstGeom prst="rect">
            <a:avLst/>
          </a:prstGeom>
          <a:gradFill flip="none" rotWithShape="1">
            <a:gsLst>
              <a:gs pos="22000">
                <a:srgbClr val="82C651"/>
              </a:gs>
              <a:gs pos="100000">
                <a:schemeClr val="bg1"/>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l"/>
            <a:endParaRPr lang="ja-JP" altLang="en-US" dirty="0">
              <a:solidFill>
                <a:schemeClr val="bg1"/>
              </a:solidFill>
              <a:latin typeface="Meiryo UI" panose="020B0604030504040204" pitchFamily="50" charset="-128"/>
              <a:ea typeface="Meiryo UI" panose="020B0604030504040204" pitchFamily="50" charset="-128"/>
            </a:endParaRPr>
          </a:p>
        </p:txBody>
      </p:sp>
      <p:sp>
        <p:nvSpPr>
          <p:cNvPr id="7" name="タイトル 3"/>
          <p:cNvSpPr>
            <a:spLocks noGrp="1"/>
          </p:cNvSpPr>
          <p:nvPr>
            <p:ph type="title"/>
          </p:nvPr>
        </p:nvSpPr>
        <p:spPr>
          <a:xfrm>
            <a:off x="254001" y="276225"/>
            <a:ext cx="10414000" cy="609600"/>
          </a:xfrm>
        </p:spPr>
        <p:txBody>
          <a:bodyPr vert="horz" lIns="91440" tIns="180000" rIns="91440" bIns="45720" rtlCol="0" anchor="ctr">
            <a:noAutofit/>
          </a:bodyPr>
          <a:lstStyle/>
          <a:p>
            <a:r>
              <a:rPr lang="ja-JP" altLang="en-US" b="0" dirty="0">
                <a:solidFill>
                  <a:schemeClr val="bg1"/>
                </a:solidFill>
                <a:effectLst>
                  <a:outerShdw blurRad="38100" dist="38100" dir="2700000" algn="tl">
                    <a:srgbClr val="000000">
                      <a:alpha val="43137"/>
                    </a:srgbClr>
                  </a:outerShdw>
                </a:effectLst>
                <a:cs typeface="Meiryo" panose="020B0604030504040204" pitchFamily="50" charset="-128"/>
              </a:rPr>
              <a:t>役割定義</a:t>
            </a:r>
            <a:endParaRPr lang="ja-JP" altLang="en-US" b="0" dirty="0">
              <a:solidFill>
                <a:schemeClr val="bg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cs typeface="Meiryo" panose="020B0604030504040204" pitchFamily="50" charset="-128"/>
            </a:endParaRPr>
          </a:p>
        </p:txBody>
      </p:sp>
      <p:sp>
        <p:nvSpPr>
          <p:cNvPr id="8" name="コンテンツ プレースホルダー 2"/>
          <p:cNvSpPr txBox="1"/>
          <p:nvPr/>
        </p:nvSpPr>
        <p:spPr>
          <a:xfrm>
            <a:off x="440055" y="1050925"/>
            <a:ext cx="9702800" cy="4702810"/>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panose="020B0604020202020204"/>
              <a:buChar char="•"/>
              <a:defRPr kumimoji="1" sz="3200" kern="1200">
                <a:solidFill>
                  <a:schemeClr val="tx1">
                    <a:lumMod val="65000"/>
                    <a:lumOff val="35000"/>
                  </a:schemeClr>
                </a:solidFill>
                <a:latin typeface="Meiryo" panose="020B0604030504040204" pitchFamily="50" charset="-128"/>
                <a:ea typeface="Meiryo" panose="020B0604030504040204" pitchFamily="50" charset="-128"/>
                <a:cs typeface="+mn-cs"/>
              </a:defRPr>
            </a:lvl1pPr>
            <a:lvl2pPr marL="742950" indent="-285750" algn="l" defTabSz="457200" rtl="0" eaLnBrk="1" latinLnBrk="0" hangingPunct="1">
              <a:spcBef>
                <a:spcPct val="20000"/>
              </a:spcBef>
              <a:buFont typeface="Arial" panose="020B0604020202020204"/>
              <a:buChar char="–"/>
              <a:defRPr kumimoji="1" sz="2800" kern="1200">
                <a:solidFill>
                  <a:schemeClr val="tx1">
                    <a:lumMod val="65000"/>
                    <a:lumOff val="35000"/>
                  </a:schemeClr>
                </a:solidFill>
                <a:latin typeface="Meiryo" panose="020B0604030504040204" pitchFamily="50" charset="-128"/>
                <a:ea typeface="Meiryo" panose="020B0604030504040204" pitchFamily="50" charset="-128"/>
                <a:cs typeface="+mn-cs"/>
              </a:defRPr>
            </a:lvl2pPr>
            <a:lvl3pPr marL="1143000" indent="-228600" algn="l" defTabSz="457200" rtl="0" eaLnBrk="1" latinLnBrk="0" hangingPunct="1">
              <a:spcBef>
                <a:spcPct val="20000"/>
              </a:spcBef>
              <a:buFont typeface="Arial" panose="020B0604020202020204"/>
              <a:buChar char="•"/>
              <a:defRPr kumimoji="1" sz="2400" kern="1200">
                <a:solidFill>
                  <a:schemeClr val="tx1">
                    <a:lumMod val="65000"/>
                    <a:lumOff val="35000"/>
                  </a:schemeClr>
                </a:solidFill>
                <a:latin typeface="Meiryo" panose="020B0604030504040204" pitchFamily="50" charset="-128"/>
                <a:ea typeface="Meiryo" panose="020B0604030504040204" pitchFamily="50" charset="-128"/>
                <a:cs typeface="+mn-cs"/>
              </a:defRPr>
            </a:lvl3pPr>
            <a:lvl4pPr marL="1600200" indent="-228600" algn="l" defTabSz="457200" rtl="0" eaLnBrk="1" latinLnBrk="0" hangingPunct="1">
              <a:spcBef>
                <a:spcPct val="20000"/>
              </a:spcBef>
              <a:buFont typeface="Arial" panose="020B0604020202020204"/>
              <a:buChar char="–"/>
              <a:defRPr kumimoji="1" sz="2000" kern="1200">
                <a:solidFill>
                  <a:schemeClr val="tx1">
                    <a:lumMod val="65000"/>
                    <a:lumOff val="35000"/>
                  </a:schemeClr>
                </a:solidFill>
                <a:latin typeface="Meiryo" panose="020B0604030504040204" pitchFamily="50" charset="-128"/>
                <a:ea typeface="Meiryo" panose="020B0604030504040204" pitchFamily="50" charset="-128"/>
                <a:cs typeface="+mn-cs"/>
              </a:defRPr>
            </a:lvl4pPr>
            <a:lvl5pPr marL="2057400" indent="-228600" algn="l" defTabSz="457200" rtl="0" eaLnBrk="1" latinLnBrk="0" hangingPunct="1">
              <a:spcBef>
                <a:spcPct val="20000"/>
              </a:spcBef>
              <a:buFont typeface="Arial" panose="020B0604020202020204"/>
              <a:buChar char="»"/>
              <a:defRPr kumimoji="1" sz="2000" kern="1200">
                <a:solidFill>
                  <a:schemeClr val="tx1">
                    <a:lumMod val="65000"/>
                    <a:lumOff val="35000"/>
                  </a:schemeClr>
                </a:solidFill>
                <a:latin typeface="Meiryo" panose="020B0604030504040204" pitchFamily="50" charset="-128"/>
                <a:ea typeface="Meiryo" panose="020B0604030504040204" pitchFamily="50" charset="-128"/>
                <a:cs typeface="+mn-cs"/>
              </a:defRPr>
            </a:lvl5pPr>
            <a:lvl6pPr marL="2514600" indent="-228600" algn="l" defTabSz="457200" rtl="0" eaLnBrk="1" latinLnBrk="0" hangingPunct="1">
              <a:spcBef>
                <a:spcPct val="20000"/>
              </a:spcBef>
              <a:buFont typeface="Arial" panose="020B0604020202020204"/>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kumimoji="1" sz="2000" kern="1200">
                <a:solidFill>
                  <a:schemeClr val="tx1"/>
                </a:solidFill>
                <a:latin typeface="+mn-lt"/>
                <a:ea typeface="+mn-ea"/>
                <a:cs typeface="+mn-cs"/>
              </a:defRPr>
            </a:lvl9pPr>
          </a:lstStyle>
          <a:p>
            <a:pPr marL="0" indent="0">
              <a:buFont typeface="Arial" panose="020B0604020202020204"/>
              <a:buNone/>
            </a:pPr>
            <a:endParaRPr lang="en-US" altLang="ja-JP" sz="1400" dirty="0"/>
          </a:p>
        </p:txBody>
      </p:sp>
      <p:pic>
        <p:nvPicPr>
          <p:cNvPr id="2" name="Picture 1"/>
          <p:cNvPicPr>
            <a:picLocks noChangeAspect="1"/>
          </p:cNvPicPr>
          <p:nvPr/>
        </p:nvPicPr>
        <p:blipFill>
          <a:blip r:embed="rId1"/>
          <a:stretch>
            <a:fillRect/>
          </a:stretch>
        </p:blipFill>
        <p:spPr>
          <a:xfrm>
            <a:off x="1219200" y="1476375"/>
            <a:ext cx="9753600" cy="3905250"/>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2"/>
          </p:nvPr>
        </p:nvSpPr>
        <p:spPr/>
        <p:txBody>
          <a:bodyPr/>
          <a:lstStyle/>
          <a:p>
            <a:fld id="{0A2F15E4-2CDD-6047-9F8A-F392A4BC9A1F}" type="slidenum">
              <a:rPr kumimoji="1" lang="ja-JP" altLang="en-US" smtClean="0">
                <a:latin typeface="Meiryo UI" panose="020B0604030504040204" pitchFamily="50" charset="-128"/>
                <a:ea typeface="Meiryo UI" panose="020B0604030504040204" pitchFamily="50" charset="-128"/>
              </a:rPr>
            </a:fld>
            <a:endParaRPr kumimoji="1" lang="ja-JP" altLang="en-US">
              <a:latin typeface="Meiryo UI" panose="020B0604030504040204" pitchFamily="50" charset="-128"/>
              <a:ea typeface="Meiryo UI" panose="020B0604030504040204" pitchFamily="50" charset="-128"/>
            </a:endParaRPr>
          </a:p>
        </p:txBody>
      </p:sp>
      <p:sp>
        <p:nvSpPr>
          <p:cNvPr id="6" name="正方形/長方形 5"/>
          <p:cNvSpPr/>
          <p:nvPr/>
        </p:nvSpPr>
        <p:spPr>
          <a:xfrm>
            <a:off x="254000" y="275936"/>
            <a:ext cx="11938000" cy="601640"/>
          </a:xfrm>
          <a:prstGeom prst="rect">
            <a:avLst/>
          </a:prstGeom>
          <a:gradFill flip="none" rotWithShape="1">
            <a:gsLst>
              <a:gs pos="22000">
                <a:srgbClr val="82C651"/>
              </a:gs>
              <a:gs pos="100000">
                <a:schemeClr val="bg1"/>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l"/>
            <a:endParaRPr lang="ja-JP" altLang="en-US" dirty="0">
              <a:solidFill>
                <a:schemeClr val="bg1"/>
              </a:solidFill>
              <a:latin typeface="Meiryo UI" panose="020B0604030504040204" pitchFamily="50" charset="-128"/>
              <a:ea typeface="Meiryo UI" panose="020B0604030504040204" pitchFamily="50" charset="-128"/>
            </a:endParaRPr>
          </a:p>
        </p:txBody>
      </p:sp>
      <p:sp>
        <p:nvSpPr>
          <p:cNvPr id="7" name="タイトル 3"/>
          <p:cNvSpPr>
            <a:spLocks noGrp="1"/>
          </p:cNvSpPr>
          <p:nvPr>
            <p:ph type="title"/>
          </p:nvPr>
        </p:nvSpPr>
        <p:spPr>
          <a:xfrm>
            <a:off x="254000" y="208488"/>
            <a:ext cx="11801365" cy="737245"/>
          </a:xfrm>
        </p:spPr>
        <p:txBody>
          <a:bodyPr vert="horz" lIns="91440" tIns="180000" rIns="91440" bIns="45720" rtlCol="0" anchor="ctr">
            <a:noAutofit/>
          </a:bodyPr>
          <a:lstStyle/>
          <a:p>
            <a:r>
              <a:rPr lang="ja-JP" altLang="en-US" dirty="0" smtClean="0">
                <a:solidFill>
                  <a:schemeClr val="bg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cs typeface="Meiryo" panose="020B0604030504040204" pitchFamily="50" charset="-128"/>
              </a:rPr>
              <a:t>工数分析</a:t>
            </a:r>
            <a:r>
              <a:rPr lang="en-US" altLang="ja-JP" dirty="0" smtClean="0">
                <a:solidFill>
                  <a:schemeClr val="bg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cs typeface="Meiryo" panose="020B0604030504040204" pitchFamily="50" charset="-128"/>
              </a:rPr>
              <a:t>/</a:t>
            </a:r>
            <a:r>
              <a:rPr lang="en-US" altLang="en-US" dirty="0" smtClean="0">
                <a:solidFill>
                  <a:schemeClr val="bg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cs typeface="Meiryo" panose="020B0604030504040204" pitchFamily="50" charset="-128"/>
              </a:rPr>
              <a:t>Phân tích giờ công</a:t>
            </a:r>
            <a:endParaRPr lang="en-US" altLang="en-US" dirty="0" smtClean="0">
              <a:solidFill>
                <a:schemeClr val="bg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cs typeface="Meiryo" panose="020B0604030504040204" pitchFamily="50" charset="-128"/>
            </a:endParaRPr>
          </a:p>
        </p:txBody>
      </p:sp>
      <p:graphicFrame>
        <p:nvGraphicFramePr>
          <p:cNvPr id="5" name="Chart 4"/>
          <p:cNvGraphicFramePr/>
          <p:nvPr/>
        </p:nvGraphicFramePr>
        <p:xfrm>
          <a:off x="1069975" y="1168400"/>
          <a:ext cx="8710295" cy="4309745"/>
        </p:xfrm>
        <a:graphic>
          <a:graphicData uri="http://schemas.openxmlformats.org/drawingml/2006/chart">
            <c:chart xmlns:c="http://schemas.openxmlformats.org/drawingml/2006/chart" xmlns:r="http://schemas.openxmlformats.org/officeDocument/2006/relationships" r:id="rId1"/>
          </a:graphicData>
        </a:graphic>
      </p:graphicFrame>
      <p:sp>
        <p:nvSpPr>
          <p:cNvPr id="3" name="Rectangular Callout 2"/>
          <p:cNvSpPr/>
          <p:nvPr/>
        </p:nvSpPr>
        <p:spPr>
          <a:xfrm>
            <a:off x="4247515" y="877570"/>
            <a:ext cx="7944485" cy="3853180"/>
          </a:xfrm>
          <a:prstGeom prst="wedgeRectCallout">
            <a:avLst>
              <a:gd name="adj1" fmla="val -48274"/>
              <a:gd name="adj2" fmla="val 45924"/>
            </a:avLst>
          </a:prstGeom>
          <a:solidFill>
            <a:schemeClr val="accent3">
              <a:lumMod val="40000"/>
              <a:lumOff val="60000"/>
            </a:schemeClr>
          </a:solidFill>
          <a:ln>
            <a:solidFill>
              <a:schemeClr val="accent3">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p>
            <a:pPr algn="l"/>
            <a:r>
              <a:rPr kumimoji="1" lang="en-US" altLang="en-US">
                <a:solidFill>
                  <a:schemeClr val="tx1"/>
                </a:solidFill>
                <a:effectLst>
                  <a:outerShdw blurRad="38100" dist="19050" dir="2700000" algn="tl" rotWithShape="0">
                    <a:schemeClr val="dk1">
                      <a:alpha val="40000"/>
                    </a:schemeClr>
                  </a:outerShdw>
                </a:effectLst>
                <a:sym typeface="+mn-ea"/>
              </a:rPr>
              <a:t>Giai đoạn 1: </a:t>
            </a:r>
            <a:r>
              <a:rPr kumimoji="1" lang="zh-CN" altLang="en-US">
                <a:solidFill>
                  <a:schemeClr val="tx1"/>
                </a:solidFill>
                <a:effectLst>
                  <a:outerShdw blurRad="38100" dist="19050" dir="2700000" algn="tl" rotWithShape="0">
                    <a:schemeClr val="dk1">
                      <a:alpha val="40000"/>
                    </a:schemeClr>
                  </a:outerShdw>
                </a:effectLst>
                <a:sym typeface="+mn-ea"/>
              </a:rPr>
              <a:t>顧客販促</a:t>
            </a:r>
            <a:r>
              <a:rPr kumimoji="1" lang="en-US" altLang="zh-CN">
                <a:solidFill>
                  <a:schemeClr val="tx1"/>
                </a:solidFill>
                <a:effectLst>
                  <a:outerShdw blurRad="38100" dist="19050" dir="2700000" algn="tl" rotWithShape="0">
                    <a:schemeClr val="dk1">
                      <a:alpha val="40000"/>
                    </a:schemeClr>
                  </a:outerShdw>
                </a:effectLst>
                <a:sym typeface="+mn-ea"/>
              </a:rPr>
              <a:t>(</a:t>
            </a:r>
            <a:r>
              <a:rPr kumimoji="1" lang="en-US" altLang="en-US">
                <a:solidFill>
                  <a:schemeClr val="tx1"/>
                </a:solidFill>
                <a:effectLst>
                  <a:outerShdw blurRad="38100" dist="19050" dir="2700000" algn="tl" rotWithShape="0">
                    <a:schemeClr val="dk1">
                      <a:alpha val="40000"/>
                    </a:schemeClr>
                  </a:outerShdw>
                </a:effectLst>
                <a:sym typeface="+mn-ea"/>
              </a:rPr>
              <a:t>New k</a:t>
            </a:r>
            <a:r>
              <a:rPr kumimoji="1" lang="en-US" altLang="en-US">
                <a:solidFill>
                  <a:schemeClr val="tx1"/>
                </a:solidFill>
                <a:effectLst>
                  <a:outerShdw blurRad="38100" dist="19050" dir="2700000" algn="tl" rotWithShape="0">
                    <a:schemeClr val="dk1">
                      <a:alpha val="40000"/>
                    </a:schemeClr>
                  </a:outerShdw>
                </a:effectLst>
                <a:sym typeface="+mn-ea"/>
              </a:rPr>
              <a:t>huyến mãi dành cho khách hàng ).</a:t>
            </a:r>
            <a:endParaRPr kumimoji="1" lang="en-US" altLang="en-US">
              <a:solidFill>
                <a:schemeClr val="tx1"/>
              </a:solidFill>
              <a:effectLst>
                <a:outerShdw blurRad="38100" dist="19050" dir="2700000" algn="tl" rotWithShape="0">
                  <a:schemeClr val="dk1">
                    <a:alpha val="40000"/>
                  </a:schemeClr>
                </a:outerShdw>
              </a:effectLst>
              <a:sym typeface="+mn-ea"/>
            </a:endParaRPr>
          </a:p>
          <a:p>
            <a:pPr algn="l"/>
            <a:r>
              <a:rPr kumimoji="1" lang="en-US" altLang="en-US">
                <a:solidFill>
                  <a:schemeClr val="tx1"/>
                </a:solidFill>
                <a:effectLst>
                  <a:outerShdw blurRad="38100" dist="19050" dir="2700000" algn="tl" rotWithShape="0">
                    <a:schemeClr val="dk1">
                      <a:alpha val="40000"/>
                    </a:schemeClr>
                  </a:outerShdw>
                </a:effectLst>
                <a:sym typeface="+mn-ea"/>
              </a:rPr>
              <a:t>Giai đoạn 2: </a:t>
            </a:r>
            <a:r>
              <a:rPr kumimoji="1" lang="zh-CN" altLang="en-US">
                <a:solidFill>
                  <a:schemeClr val="tx1"/>
                </a:solidFill>
                <a:effectLst>
                  <a:outerShdw blurRad="38100" dist="19050" dir="2700000" algn="tl" rotWithShape="0">
                    <a:schemeClr val="dk1">
                      <a:alpha val="40000"/>
                    </a:schemeClr>
                  </a:outerShdw>
                </a:effectLst>
                <a:sym typeface="+mn-ea"/>
              </a:rPr>
              <a:t>基幹船</a:t>
            </a:r>
            <a:r>
              <a:rPr kumimoji="1" lang="en-US" altLang="zh-CN">
                <a:solidFill>
                  <a:schemeClr val="tx1"/>
                </a:solidFill>
                <a:effectLst>
                  <a:outerShdw blurRad="38100" dist="19050" dir="2700000" algn="tl" rotWithShape="0">
                    <a:schemeClr val="dk1">
                      <a:alpha val="40000"/>
                    </a:schemeClr>
                  </a:outerShdw>
                </a:effectLst>
                <a:sym typeface="+mn-ea"/>
              </a:rPr>
              <a:t> (Customsize tàu chính).</a:t>
            </a:r>
            <a:endParaRPr kumimoji="1" lang="zh-CN" altLang="en-US">
              <a:solidFill>
                <a:schemeClr val="tx1"/>
              </a:solidFill>
              <a:effectLst>
                <a:outerShdw blurRad="38100" dist="19050" dir="2700000" algn="tl" rotWithShape="0">
                  <a:schemeClr val="dk1">
                    <a:alpha val="40000"/>
                  </a:schemeClr>
                </a:outerShdw>
              </a:effectLst>
              <a:sym typeface="+mn-ea"/>
            </a:endParaRPr>
          </a:p>
          <a:p>
            <a:pPr algn="l"/>
            <a:r>
              <a:rPr kumimoji="1" lang="en-US" altLang="zh-CN">
                <a:solidFill>
                  <a:schemeClr val="tx1"/>
                </a:solidFill>
                <a:effectLst>
                  <a:outerShdw blurRad="38100" dist="19050" dir="2700000" algn="tl" rotWithShape="0">
                    <a:schemeClr val="dk1">
                      <a:alpha val="40000"/>
                    </a:schemeClr>
                  </a:outerShdw>
                </a:effectLst>
                <a:sym typeface="+mn-ea"/>
              </a:rPr>
              <a:t>--------------------------------------------------------------</a:t>
            </a:r>
            <a:endParaRPr kumimoji="1" lang="zh-CN" altLang="en-US">
              <a:solidFill>
                <a:schemeClr val="tx1"/>
              </a:solidFill>
              <a:effectLst>
                <a:outerShdw blurRad="38100" dist="19050" dir="2700000" algn="tl" rotWithShape="0">
                  <a:schemeClr val="dk1">
                    <a:alpha val="40000"/>
                  </a:schemeClr>
                </a:outerShdw>
              </a:effectLst>
              <a:sym typeface="+mn-ea"/>
            </a:endParaRPr>
          </a:p>
          <a:p>
            <a:pPr algn="l"/>
            <a:r>
              <a:rPr kumimoji="1" lang="en-US" altLang="en-US">
                <a:solidFill>
                  <a:schemeClr val="tx1"/>
                </a:solidFill>
                <a:effectLst>
                  <a:outerShdw blurRad="38100" dist="19050" dir="2700000" algn="tl" rotWithShape="0">
                    <a:schemeClr val="dk1">
                      <a:alpha val="40000"/>
                    </a:schemeClr>
                  </a:outerShdw>
                </a:effectLst>
                <a:sym typeface="+mn-ea"/>
              </a:rPr>
              <a:t>Số giờ dự kiến cho phần phát triển giai </a:t>
            </a:r>
            <a:r>
              <a:rPr kumimoji="1" lang="en-US" altLang="en-US">
                <a:solidFill>
                  <a:schemeClr val="tx1"/>
                </a:solidFill>
                <a:effectLst>
                  <a:outerShdw blurRad="38100" dist="19050" dir="2700000" algn="tl" rotWithShape="0">
                    <a:schemeClr val="dk1">
                      <a:alpha val="40000"/>
                    </a:schemeClr>
                  </a:outerShdw>
                </a:effectLst>
                <a:sym typeface="+mn-ea"/>
              </a:rPr>
              <a:t>đ</a:t>
            </a:r>
            <a:r>
              <a:rPr kumimoji="1" lang="en-US" altLang="en-US">
                <a:solidFill>
                  <a:schemeClr val="tx1"/>
                </a:solidFill>
                <a:effectLst>
                  <a:outerShdw blurRad="38100" dist="19050" dir="2700000" algn="tl" rotWithShape="0">
                    <a:schemeClr val="dk1">
                      <a:alpha val="40000"/>
                    </a:schemeClr>
                  </a:outerShdw>
                </a:effectLst>
                <a:sym typeface="+mn-ea"/>
              </a:rPr>
              <a:t>oạn 1 </a:t>
            </a:r>
            <a:r>
              <a:rPr kumimoji="1" lang="zh-CN" altLang="en-US">
                <a:solidFill>
                  <a:schemeClr val="tx1"/>
                </a:solidFill>
                <a:effectLst>
                  <a:outerShdw blurRad="38100" dist="19050" dir="2700000" algn="tl" rotWithShape="0">
                    <a:schemeClr val="dk1">
                      <a:alpha val="40000"/>
                    </a:schemeClr>
                  </a:outerShdw>
                </a:effectLst>
                <a:sym typeface="+mn-ea"/>
              </a:rPr>
              <a:t>基幹船</a:t>
            </a:r>
            <a:r>
              <a:rPr kumimoji="1" lang="en-US" altLang="en-US">
                <a:solidFill>
                  <a:schemeClr val="tx1"/>
                </a:solidFill>
                <a:effectLst>
                  <a:outerShdw blurRad="38100" dist="19050" dir="2700000" algn="tl" rotWithShape="0">
                    <a:schemeClr val="dk1">
                      <a:alpha val="40000"/>
                    </a:schemeClr>
                  </a:outerShdw>
                </a:effectLst>
                <a:sym typeface="+mn-ea"/>
              </a:rPr>
              <a:t>: 1929 giờ</a:t>
            </a:r>
            <a:endParaRPr kumimoji="1" lang="en-US" altLang="en-US">
              <a:solidFill>
                <a:schemeClr val="tx1"/>
              </a:solidFill>
              <a:effectLst>
                <a:outerShdw blurRad="38100" dist="19050" dir="2700000" algn="tl" rotWithShape="0">
                  <a:schemeClr val="dk1">
                    <a:alpha val="40000"/>
                  </a:schemeClr>
                </a:outerShdw>
              </a:effectLst>
              <a:sym typeface="+mn-ea"/>
            </a:endParaRPr>
          </a:p>
          <a:p>
            <a:pPr algn="l"/>
            <a:r>
              <a:rPr kumimoji="1" lang="en-US" altLang="en-US">
                <a:solidFill>
                  <a:schemeClr val="tx1"/>
                </a:solidFill>
                <a:effectLst>
                  <a:outerShdw blurRad="38100" dist="19050" dir="2700000" algn="tl" rotWithShape="0">
                    <a:schemeClr val="dk1">
                      <a:alpha val="40000"/>
                    </a:schemeClr>
                  </a:outerShdw>
                </a:effectLst>
                <a:sym typeface="+mn-ea"/>
              </a:rPr>
              <a:t>Số giờ thực tế </a:t>
            </a:r>
            <a:r>
              <a:rPr kumimoji="1" lang="en-US" altLang="en-US">
                <a:solidFill>
                  <a:schemeClr val="tx1"/>
                </a:solidFill>
                <a:effectLst>
                  <a:outerShdw blurRad="38100" dist="19050" dir="2700000" algn="tl" rotWithShape="0">
                    <a:schemeClr val="dk1">
                      <a:alpha val="40000"/>
                    </a:schemeClr>
                  </a:outerShdw>
                </a:effectLst>
                <a:sym typeface="+mn-ea"/>
              </a:rPr>
              <a:t>đ</a:t>
            </a:r>
            <a:r>
              <a:rPr kumimoji="1" lang="en-US" altLang="en-US">
                <a:solidFill>
                  <a:schemeClr val="tx1"/>
                </a:solidFill>
                <a:effectLst>
                  <a:outerShdw blurRad="38100" dist="19050" dir="2700000" algn="tl" rotWithShape="0">
                    <a:schemeClr val="dk1">
                      <a:alpha val="40000"/>
                    </a:schemeClr>
                  </a:outerShdw>
                </a:effectLst>
                <a:sym typeface="+mn-ea"/>
              </a:rPr>
              <a:t>ã thực hiện </a:t>
            </a:r>
            <a:r>
              <a:rPr kumimoji="1" lang="en-US" altLang="en-US">
                <a:solidFill>
                  <a:schemeClr val="tx1"/>
                </a:solidFill>
                <a:effectLst>
                  <a:outerShdw blurRad="38100" dist="19050" dir="2700000" algn="tl" rotWithShape="0">
                    <a:schemeClr val="dk1">
                      <a:alpha val="40000"/>
                    </a:schemeClr>
                  </a:outerShdw>
                </a:effectLst>
                <a:sym typeface="+mn-ea"/>
              </a:rPr>
              <a:t>đ</a:t>
            </a:r>
            <a:r>
              <a:rPr kumimoji="1" lang="en-US" altLang="en-US">
                <a:solidFill>
                  <a:schemeClr val="tx1"/>
                </a:solidFill>
                <a:effectLst>
                  <a:outerShdw blurRad="38100" dist="19050" dir="2700000" algn="tl" rotWithShape="0">
                    <a:schemeClr val="dk1">
                      <a:alpha val="40000"/>
                    </a:schemeClr>
                  </a:outerShdw>
                </a:effectLst>
                <a:sym typeface="+mn-ea"/>
              </a:rPr>
              <a:t>ến thời </a:t>
            </a:r>
            <a:r>
              <a:rPr kumimoji="1" lang="en-US" altLang="en-US">
                <a:solidFill>
                  <a:schemeClr val="tx1"/>
                </a:solidFill>
                <a:effectLst>
                  <a:outerShdw blurRad="38100" dist="19050" dir="2700000" algn="tl" rotWithShape="0">
                    <a:schemeClr val="dk1">
                      <a:alpha val="40000"/>
                    </a:schemeClr>
                  </a:outerShdw>
                </a:effectLst>
                <a:sym typeface="+mn-ea"/>
              </a:rPr>
              <a:t>đ</a:t>
            </a:r>
            <a:r>
              <a:rPr kumimoji="1" lang="en-US" altLang="en-US">
                <a:solidFill>
                  <a:schemeClr val="tx1"/>
                </a:solidFill>
                <a:effectLst>
                  <a:outerShdw blurRad="38100" dist="19050" dir="2700000" algn="tl" rotWithShape="0">
                    <a:schemeClr val="dk1">
                      <a:alpha val="40000"/>
                    </a:schemeClr>
                  </a:outerShdw>
                </a:effectLst>
                <a:sym typeface="+mn-ea"/>
              </a:rPr>
              <a:t>iểm hiện tại: 984 giờ</a:t>
            </a:r>
            <a:endParaRPr kumimoji="1" lang="en-US" altLang="en-US">
              <a:solidFill>
                <a:schemeClr val="tx1"/>
              </a:solidFill>
              <a:effectLst>
                <a:outerShdw blurRad="38100" dist="19050" dir="2700000" algn="tl" rotWithShape="0">
                  <a:schemeClr val="dk1">
                    <a:alpha val="40000"/>
                  </a:schemeClr>
                </a:outerShdw>
              </a:effectLst>
              <a:sym typeface="+mn-ea"/>
            </a:endParaRPr>
          </a:p>
          <a:p>
            <a:pPr algn="l"/>
            <a:r>
              <a:rPr kumimoji="1" lang="en-US" altLang="en-US">
                <a:solidFill>
                  <a:schemeClr val="tx1"/>
                </a:solidFill>
                <a:effectLst>
                  <a:outerShdw blurRad="38100" dist="19050" dir="2700000" algn="tl" rotWithShape="0">
                    <a:schemeClr val="dk1">
                      <a:alpha val="40000"/>
                    </a:schemeClr>
                  </a:outerShdw>
                </a:effectLst>
                <a:sym typeface="+mn-ea"/>
              </a:rPr>
              <a:t>Trong đó đã phát triển xong 7 chức năng.</a:t>
            </a:r>
            <a:endParaRPr kumimoji="1" lang="en-US" altLang="en-US">
              <a:solidFill>
                <a:schemeClr val="tx1"/>
              </a:solidFill>
              <a:effectLst>
                <a:outerShdw blurRad="38100" dist="19050" dir="2700000" algn="tl" rotWithShape="0">
                  <a:schemeClr val="dk1">
                    <a:alpha val="40000"/>
                  </a:schemeClr>
                </a:outerShdw>
              </a:effectLst>
              <a:sym typeface="+mn-ea"/>
            </a:endParaRPr>
          </a:p>
          <a:p>
            <a:pPr algn="l"/>
            <a:r>
              <a:rPr kumimoji="1" lang="en-US" altLang="en-US">
                <a:solidFill>
                  <a:schemeClr val="tx1"/>
                </a:solidFill>
                <a:effectLst>
                  <a:outerShdw blurRad="38100" dist="19050" dir="2700000" algn="tl" rotWithShape="0">
                    <a:schemeClr val="dk1">
                      <a:alpha val="40000"/>
                    </a:schemeClr>
                  </a:outerShdw>
                </a:effectLst>
                <a:sym typeface="+mn-ea"/>
              </a:rPr>
              <a:t>Đang thực hiện phát triển, chỉnh sửa 10 chức năng.</a:t>
            </a:r>
            <a:endParaRPr kumimoji="1" lang="en-US" altLang="en-US">
              <a:solidFill>
                <a:schemeClr val="tx1"/>
              </a:solidFill>
              <a:effectLst>
                <a:outerShdw blurRad="38100" dist="19050" dir="2700000" algn="tl" rotWithShape="0">
                  <a:schemeClr val="dk1">
                    <a:alpha val="40000"/>
                  </a:schemeClr>
                </a:outerShdw>
              </a:effectLst>
              <a:sym typeface="+mn-ea"/>
            </a:endParaRPr>
          </a:p>
          <a:p>
            <a:pPr algn="l"/>
            <a:r>
              <a:rPr kumimoji="1" lang="en-US" altLang="en-US">
                <a:solidFill>
                  <a:schemeClr val="tx1"/>
                </a:solidFill>
                <a:effectLst>
                  <a:outerShdw blurRad="38100" dist="19050" dir="2700000" algn="tl" rotWithShape="0">
                    <a:schemeClr val="dk1">
                      <a:alpha val="40000"/>
                    </a:schemeClr>
                  </a:outerShdw>
                </a:effectLst>
                <a:sym typeface="+mn-ea"/>
              </a:rPr>
              <a:t>Chưa thực hiện 3 chức năng liên quan đến xuất excel và pdf.</a:t>
            </a:r>
            <a:endParaRPr kumimoji="1" lang="en-US" altLang="en-US">
              <a:solidFill>
                <a:schemeClr val="tx1"/>
              </a:solidFill>
              <a:effectLst>
                <a:outerShdw blurRad="38100" dist="19050" dir="2700000" algn="tl" rotWithShape="0">
                  <a:schemeClr val="dk1">
                    <a:alpha val="40000"/>
                  </a:schemeClr>
                </a:outerShdw>
              </a:effectLst>
              <a:sym typeface="+mn-ea"/>
            </a:endParaRPr>
          </a:p>
          <a:p>
            <a:pPr algn="l"/>
            <a:r>
              <a:rPr kumimoji="1" lang="en-US" altLang="en-US">
                <a:solidFill>
                  <a:schemeClr val="tx1"/>
                </a:solidFill>
                <a:effectLst>
                  <a:outerShdw blurRad="38100" dist="19050" dir="2700000" algn="tl" rotWithShape="0">
                    <a:schemeClr val="dk1">
                      <a:alpha val="40000"/>
                    </a:schemeClr>
                  </a:outerShdw>
                </a:effectLst>
                <a:sym typeface="+mn-ea"/>
              </a:rPr>
              <a:t>Tiến độ tại thời điểm hiện tại team vẫn có thể control được, tuy nhiên nếu phía JP và khách hàng chưa thống nhất một số hạn mục sớm, sẻ có một vài chức năng bị ảnh hưởng và không kịp giao như dự định. </a:t>
            </a:r>
            <a:br>
              <a:rPr kumimoji="1" lang="en-US" altLang="en-US">
                <a:solidFill>
                  <a:schemeClr val="tx1"/>
                </a:solidFill>
                <a:effectLst>
                  <a:outerShdw blurRad="38100" dist="19050" dir="2700000" algn="tl" rotWithShape="0">
                    <a:schemeClr val="dk1">
                      <a:alpha val="40000"/>
                    </a:schemeClr>
                  </a:outerShdw>
                </a:effectLst>
                <a:sym typeface="+mn-ea"/>
              </a:rPr>
            </a:br>
            <a:r>
              <a:rPr kumimoji="1" lang="en-US" altLang="en-US">
                <a:solidFill>
                  <a:schemeClr val="tx1"/>
                </a:solidFill>
                <a:effectLst>
                  <a:outerShdw blurRad="38100" dist="19050" dir="2700000" algn="tl" rotWithShape="0">
                    <a:schemeClr val="dk1">
                      <a:alpha val="40000"/>
                    </a:schemeClr>
                  </a:outerShdw>
                </a:effectLst>
                <a:sym typeface="+mn-ea"/>
              </a:rPr>
              <a:t>Do các chức n</a:t>
            </a:r>
            <a:r>
              <a:rPr kumimoji="1" lang="en-US" altLang="en-US">
                <a:solidFill>
                  <a:schemeClr val="tx1"/>
                </a:solidFill>
                <a:effectLst>
                  <a:outerShdw blurRad="38100" dist="19050" dir="2700000" algn="tl" rotWithShape="0">
                    <a:schemeClr val="dk1">
                      <a:alpha val="40000"/>
                    </a:schemeClr>
                  </a:outerShdw>
                </a:effectLst>
                <a:sym typeface="+mn-ea"/>
              </a:rPr>
              <a:t>ă</a:t>
            </a:r>
            <a:r>
              <a:rPr kumimoji="1" lang="en-US" altLang="en-US">
                <a:solidFill>
                  <a:schemeClr val="tx1"/>
                </a:solidFill>
                <a:effectLst>
                  <a:outerShdw blurRad="38100" dist="19050" dir="2700000" algn="tl" rotWithShape="0">
                    <a:schemeClr val="dk1">
                      <a:alpha val="40000"/>
                    </a:schemeClr>
                  </a:outerShdw>
                </a:effectLst>
                <a:sym typeface="+mn-ea"/>
              </a:rPr>
              <a:t>ng vẫn </a:t>
            </a:r>
            <a:r>
              <a:rPr kumimoji="1" lang="en-US" altLang="en-US">
                <a:solidFill>
                  <a:schemeClr val="tx1"/>
                </a:solidFill>
                <a:effectLst>
                  <a:outerShdw blurRad="38100" dist="19050" dir="2700000" algn="tl" rotWithShape="0">
                    <a:schemeClr val="dk1">
                      <a:alpha val="40000"/>
                    </a:schemeClr>
                  </a:outerShdw>
                </a:effectLst>
                <a:sym typeface="+mn-ea"/>
              </a:rPr>
              <a:t>đ</a:t>
            </a:r>
            <a:r>
              <a:rPr kumimoji="1" lang="en-US" altLang="en-US">
                <a:solidFill>
                  <a:schemeClr val="tx1"/>
                </a:solidFill>
                <a:effectLst>
                  <a:outerShdw blurRad="38100" dist="19050" dir="2700000" algn="tl" rotWithShape="0">
                    <a:schemeClr val="dk1">
                      <a:alpha val="40000"/>
                    </a:schemeClr>
                  </a:outerShdw>
                </a:effectLst>
                <a:sym typeface="+mn-ea"/>
              </a:rPr>
              <a:t>ang trong quá trình phát triển nên effort thực tế ch</a:t>
            </a:r>
            <a:r>
              <a:rPr kumimoji="1" lang="en-US" altLang="en-US">
                <a:solidFill>
                  <a:schemeClr val="tx1"/>
                </a:solidFill>
                <a:effectLst>
                  <a:outerShdw blurRad="38100" dist="19050" dir="2700000" algn="tl" rotWithShape="0">
                    <a:schemeClr val="dk1">
                      <a:alpha val="40000"/>
                    </a:schemeClr>
                  </a:outerShdw>
                </a:effectLst>
                <a:sym typeface="+mn-ea"/>
              </a:rPr>
              <a:t>ư</a:t>
            </a:r>
            <a:r>
              <a:rPr kumimoji="1" lang="en-US" altLang="en-US">
                <a:solidFill>
                  <a:schemeClr val="tx1"/>
                </a:solidFill>
                <a:effectLst>
                  <a:outerShdw blurRad="38100" dist="19050" dir="2700000" algn="tl" rotWithShape="0">
                    <a:schemeClr val="dk1">
                      <a:alpha val="40000"/>
                    </a:schemeClr>
                  </a:outerShdw>
                </a:effectLst>
                <a:sym typeface="+mn-ea"/>
              </a:rPr>
              <a:t>a phải là số liệu cuối cùng và dự kiến sẽ tiếp tục t</a:t>
            </a:r>
            <a:r>
              <a:rPr kumimoji="1" lang="en-US" altLang="en-US">
                <a:solidFill>
                  <a:schemeClr val="tx1"/>
                </a:solidFill>
                <a:effectLst>
                  <a:outerShdw blurRad="38100" dist="19050" dir="2700000" algn="tl" rotWithShape="0">
                    <a:schemeClr val="dk1">
                      <a:alpha val="40000"/>
                    </a:schemeClr>
                  </a:outerShdw>
                </a:effectLst>
                <a:sym typeface="+mn-ea"/>
              </a:rPr>
              <a:t>ă</a:t>
            </a:r>
            <a:r>
              <a:rPr kumimoji="1" lang="en-US" altLang="en-US">
                <a:solidFill>
                  <a:schemeClr val="tx1"/>
                </a:solidFill>
                <a:effectLst>
                  <a:outerShdw blurRad="38100" dist="19050" dir="2700000" algn="tl" rotWithShape="0">
                    <a:schemeClr val="dk1">
                      <a:alpha val="40000"/>
                    </a:schemeClr>
                  </a:outerShdw>
                </a:effectLst>
                <a:sym typeface="+mn-ea"/>
              </a:rPr>
              <a:t>ng theo tiến </a:t>
            </a:r>
            <a:r>
              <a:rPr kumimoji="1" lang="en-US" altLang="en-US">
                <a:solidFill>
                  <a:schemeClr val="tx1"/>
                </a:solidFill>
                <a:effectLst>
                  <a:outerShdw blurRad="38100" dist="19050" dir="2700000" algn="tl" rotWithShape="0">
                    <a:schemeClr val="dk1">
                      <a:alpha val="40000"/>
                    </a:schemeClr>
                  </a:outerShdw>
                </a:effectLst>
                <a:sym typeface="+mn-ea"/>
              </a:rPr>
              <a:t>đ</a:t>
            </a:r>
            <a:r>
              <a:rPr kumimoji="1" lang="en-US" altLang="en-US">
                <a:solidFill>
                  <a:schemeClr val="tx1"/>
                </a:solidFill>
                <a:effectLst>
                  <a:outerShdw blurRad="38100" dist="19050" dir="2700000" algn="tl" rotWithShape="0">
                    <a:schemeClr val="dk1">
                      <a:alpha val="40000"/>
                    </a:schemeClr>
                  </a:outerShdw>
                </a:effectLst>
                <a:sym typeface="+mn-ea"/>
              </a:rPr>
              <a:t>ộ thực hiện.</a:t>
            </a:r>
            <a:endParaRPr kumimoji="1" lang="en-US" altLang="en-US">
              <a:solidFill>
                <a:schemeClr val="tx1"/>
              </a:solidFill>
              <a:effectLst>
                <a:outerShdw blurRad="38100" dist="19050" dir="2700000" algn="tl" rotWithShape="0">
                  <a:schemeClr val="dk1">
                    <a:alpha val="40000"/>
                  </a:schemeClr>
                </a:outerShdw>
              </a:effectLst>
              <a:sym typeface="+mn-ea"/>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2"/>
          </p:nvPr>
        </p:nvSpPr>
        <p:spPr/>
        <p:txBody>
          <a:bodyPr/>
          <a:lstStyle/>
          <a:p>
            <a:fld id="{0A2F15E4-2CDD-6047-9F8A-F392A4BC9A1F}" type="slidenum">
              <a:rPr kumimoji="1" lang="ja-JP" altLang="en-US" smtClean="0">
                <a:latin typeface="Meiryo UI" panose="020B0604030504040204" pitchFamily="50" charset="-128"/>
                <a:ea typeface="Meiryo UI" panose="020B0604030504040204" pitchFamily="50" charset="-128"/>
              </a:rPr>
            </a:fld>
            <a:endParaRPr kumimoji="1" lang="ja-JP" altLang="en-US">
              <a:latin typeface="Meiryo UI" panose="020B0604030504040204" pitchFamily="50" charset="-128"/>
              <a:ea typeface="Meiryo UI" panose="020B0604030504040204" pitchFamily="50" charset="-128"/>
            </a:endParaRPr>
          </a:p>
        </p:txBody>
      </p:sp>
      <p:sp>
        <p:nvSpPr>
          <p:cNvPr id="6" name="正方形/長方形 5"/>
          <p:cNvSpPr/>
          <p:nvPr/>
        </p:nvSpPr>
        <p:spPr>
          <a:xfrm>
            <a:off x="254000" y="275936"/>
            <a:ext cx="11938000" cy="601640"/>
          </a:xfrm>
          <a:prstGeom prst="rect">
            <a:avLst/>
          </a:prstGeom>
          <a:gradFill flip="none" rotWithShape="1">
            <a:gsLst>
              <a:gs pos="22000">
                <a:srgbClr val="82C651"/>
              </a:gs>
              <a:gs pos="100000">
                <a:schemeClr val="bg1"/>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l"/>
            <a:endParaRPr lang="ja-JP" altLang="en-US" dirty="0">
              <a:solidFill>
                <a:schemeClr val="bg1"/>
              </a:solidFill>
              <a:latin typeface="Meiryo UI" panose="020B0604030504040204" pitchFamily="50" charset="-128"/>
              <a:ea typeface="Meiryo UI" panose="020B0604030504040204" pitchFamily="50" charset="-128"/>
            </a:endParaRPr>
          </a:p>
        </p:txBody>
      </p:sp>
      <p:sp>
        <p:nvSpPr>
          <p:cNvPr id="7" name="タイトル 3"/>
          <p:cNvSpPr>
            <a:spLocks noGrp="1"/>
          </p:cNvSpPr>
          <p:nvPr>
            <p:ph type="title"/>
          </p:nvPr>
        </p:nvSpPr>
        <p:spPr>
          <a:xfrm>
            <a:off x="254001" y="276225"/>
            <a:ext cx="11128702" cy="609600"/>
          </a:xfrm>
        </p:spPr>
        <p:txBody>
          <a:bodyPr vert="horz" lIns="91440" tIns="180000" rIns="91440" bIns="45720" rtlCol="0" anchor="ctr">
            <a:noAutofit/>
          </a:bodyPr>
          <a:lstStyle/>
          <a:p>
            <a:r>
              <a:rPr lang="en-US" altLang="en-US" dirty="0" err="1" smtClean="0">
                <a:solidFill>
                  <a:schemeClr val="bg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cs typeface="Meiryo" panose="020B0604030504040204" pitchFamily="50" charset="-128"/>
                <a:sym typeface="+mn-ea"/>
              </a:rPr>
              <a:t>Phân tích chức năng (Khuyễn mãi)</a:t>
            </a:r>
            <a:endParaRPr lang="ja-JP" altLang="en-US" dirty="0" err="1" smtClean="0">
              <a:solidFill>
                <a:schemeClr val="bg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cs typeface="Meiryo" panose="020B0604030504040204" pitchFamily="50" charset="-128"/>
            </a:endParaRPr>
          </a:p>
        </p:txBody>
      </p:sp>
      <p:graphicFrame>
        <p:nvGraphicFramePr>
          <p:cNvPr id="3" name="Chart 2"/>
          <p:cNvGraphicFramePr/>
          <p:nvPr/>
        </p:nvGraphicFramePr>
        <p:xfrm>
          <a:off x="6901180" y="2044700"/>
          <a:ext cx="4631690" cy="4101465"/>
        </p:xfrm>
        <a:graphic>
          <a:graphicData uri="http://schemas.openxmlformats.org/drawingml/2006/chart">
            <c:chart xmlns:c="http://schemas.openxmlformats.org/drawingml/2006/chart" xmlns:r="http://schemas.openxmlformats.org/officeDocument/2006/relationships" r:id="rId1"/>
          </a:graphicData>
        </a:graphic>
      </p:graphicFrame>
      <p:sp>
        <p:nvSpPr>
          <p:cNvPr id="2" name="Rectangular Callout 1"/>
          <p:cNvSpPr/>
          <p:nvPr/>
        </p:nvSpPr>
        <p:spPr>
          <a:xfrm>
            <a:off x="254000" y="3088640"/>
            <a:ext cx="6463665" cy="3185795"/>
          </a:xfrm>
          <a:prstGeom prst="wedgeRectCallout">
            <a:avLst>
              <a:gd name="adj1" fmla="val 48762"/>
              <a:gd name="adj2" fmla="val 24296"/>
            </a:avLst>
          </a:prstGeom>
          <a:solidFill>
            <a:schemeClr val="accent6">
              <a:lumMod val="40000"/>
              <a:lumOff val="60000"/>
            </a:schemeClr>
          </a:solidFill>
          <a:ln>
            <a:solidFill>
              <a:schemeClr val="accent3">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p>
            <a:pPr algn="l"/>
            <a:r>
              <a:rPr kumimoji="1" lang="en-US" altLang="en-US">
                <a:solidFill>
                  <a:schemeClr val="tx1"/>
                </a:solidFill>
              </a:rPr>
              <a:t>Chất l</a:t>
            </a:r>
            <a:r>
              <a:rPr kumimoji="1" lang="en-US" altLang="en-US">
                <a:solidFill>
                  <a:schemeClr val="tx1"/>
                </a:solidFill>
              </a:rPr>
              <a:t>ư</a:t>
            </a:r>
            <a:r>
              <a:rPr kumimoji="1" lang="en-US" altLang="en-US">
                <a:solidFill>
                  <a:schemeClr val="tx1"/>
                </a:solidFill>
              </a:rPr>
              <a:t>ợng thiết kế cơ bản bên JP không tốt lắm nên có rất nhiều </a:t>
            </a:r>
            <a:r>
              <a:rPr kumimoji="1" lang="en-US" altLang="en-US">
                <a:solidFill>
                  <a:schemeClr val="tx1"/>
                </a:solidFill>
              </a:rPr>
              <a:t>đ</a:t>
            </a:r>
            <a:r>
              <a:rPr kumimoji="1" lang="en-US" altLang="en-US">
                <a:solidFill>
                  <a:schemeClr val="tx1"/>
                </a:solidFill>
              </a:rPr>
              <a:t>iều cần kiểm tra xác nhận.</a:t>
            </a:r>
            <a:endParaRPr kumimoji="1" lang="en-US" altLang="en-US">
              <a:solidFill>
                <a:schemeClr val="tx1"/>
              </a:solidFill>
            </a:endParaRPr>
          </a:p>
          <a:p>
            <a:pPr algn="l"/>
            <a:r>
              <a:rPr kumimoji="1" lang="en-US" altLang="en-US">
                <a:solidFill>
                  <a:schemeClr val="tx1"/>
                </a:solidFill>
              </a:rPr>
              <a:t>Trong quá trình thực hiện BD phía JP thay đổi khá nhiều, tương ứng 1 chức năng thay đổi không dưới 3~4 phiên bản, đồng thời phía VN mất tầm 135h để thực hiện QA đề xuất thêm phương án với JP. </a:t>
            </a:r>
            <a:endParaRPr kumimoji="1" lang="en-US" altLang="en-US">
              <a:solidFill>
                <a:schemeClr val="tx1"/>
              </a:solidFill>
            </a:endParaRPr>
          </a:p>
          <a:p>
            <a:pPr algn="l"/>
            <a:r>
              <a:rPr kumimoji="1" lang="en-US" altLang="en-US">
                <a:solidFill>
                  <a:schemeClr val="tx1"/>
                </a:solidFill>
              </a:rPr>
              <a:t>Dự kiến tiến độ có khả năng bị ảnh hưởng nến việc thay đổi thiết kế và định nghĩa table update liên tục và quá trình thay đổi diển ra vào cuối giai đoạn phát triển.</a:t>
            </a:r>
            <a:endParaRPr kumimoji="1" lang="en-US" altLang="en-US">
              <a:solidFill>
                <a:schemeClr val="tx1"/>
              </a:solidFill>
            </a:endParaRPr>
          </a:p>
          <a:p>
            <a:pPr algn="l"/>
            <a:r>
              <a:rPr kumimoji="1" lang="en-US" altLang="en-US">
                <a:solidFill>
                  <a:schemeClr val="tx1"/>
                </a:solidFill>
              </a:rPr>
              <a:t>Tôi mong muốn chất l</a:t>
            </a:r>
            <a:r>
              <a:rPr kumimoji="1" lang="en-US" altLang="en-US">
                <a:solidFill>
                  <a:schemeClr val="tx1"/>
                </a:solidFill>
              </a:rPr>
              <a:t>ư</a:t>
            </a:r>
            <a:r>
              <a:rPr kumimoji="1" lang="en-US" altLang="en-US">
                <a:solidFill>
                  <a:schemeClr val="tx1"/>
                </a:solidFill>
              </a:rPr>
              <a:t>ợng của các tài liệu thiết kế cơ bản bên phía JP </a:t>
            </a:r>
            <a:r>
              <a:rPr kumimoji="1" lang="en-US" altLang="en-US">
                <a:solidFill>
                  <a:schemeClr val="tx1"/>
                </a:solidFill>
              </a:rPr>
              <a:t>đư</a:t>
            </a:r>
            <a:r>
              <a:rPr kumimoji="1" lang="en-US" altLang="en-US">
                <a:solidFill>
                  <a:schemeClr val="tx1"/>
                </a:solidFill>
              </a:rPr>
              <a:t>ợc cải thiện.</a:t>
            </a:r>
            <a:endParaRPr kumimoji="1" lang="en-US" altLang="en-US">
              <a:solidFill>
                <a:schemeClr val="tx1"/>
              </a:solidFill>
            </a:endParaRPr>
          </a:p>
        </p:txBody>
      </p:sp>
      <p:graphicFrame>
        <p:nvGraphicFramePr>
          <p:cNvPr id="10" name="Table 9"/>
          <p:cNvGraphicFramePr>
            <a:graphicFrameLocks noGrp="1"/>
          </p:cNvGraphicFramePr>
          <p:nvPr>
            <p:custDataLst>
              <p:tags r:id="rId2"/>
            </p:custDataLst>
          </p:nvPr>
        </p:nvGraphicFramePr>
        <p:xfrm>
          <a:off x="254000" y="1137920"/>
          <a:ext cx="4564380" cy="1828800"/>
        </p:xfrm>
        <a:graphic>
          <a:graphicData uri="http://schemas.openxmlformats.org/drawingml/2006/table">
            <a:tbl>
              <a:tblPr firstRow="1" lastRow="1" bandRow="1">
                <a:tableStyleId>{F5AB1C69-6EDB-4FF4-983F-18BD219EF322}</a:tableStyleId>
              </a:tblPr>
              <a:tblGrid>
                <a:gridCol w="2282190"/>
                <a:gridCol w="2282190"/>
              </a:tblGrid>
              <a:tr h="365760">
                <a:tc>
                  <a:txBody>
                    <a:bodyPr/>
                    <a:lstStyle/>
                    <a:p>
                      <a:r>
                        <a:rPr lang="ja-JP" altLang="en-US" dirty="0" smtClean="0"/>
                        <a:t>機能種</a:t>
                      </a:r>
                      <a:endParaRPr lang="en-US" dirty="0"/>
                    </a:p>
                  </a:txBody>
                  <a:tcPr>
                    <a:gradFill>
                      <a:gsLst>
                        <a:gs pos="22000">
                          <a:srgbClr val="82C651"/>
                        </a:gs>
                        <a:gs pos="100000">
                          <a:schemeClr val="bg1"/>
                        </a:gs>
                      </a:gsLst>
                      <a:lin ang="0" scaled="1"/>
                    </a:gradFill>
                  </a:tcPr>
                </a:tc>
                <a:tc>
                  <a:txBody>
                    <a:bodyPr/>
                    <a:lstStyle/>
                    <a:p>
                      <a:r>
                        <a:rPr lang="ja-JP" altLang="en-US" dirty="0" smtClean="0"/>
                        <a:t>数量</a:t>
                      </a:r>
                      <a:endParaRPr lang="en-US" dirty="0"/>
                    </a:p>
                  </a:txBody>
                  <a:tcPr>
                    <a:gradFill>
                      <a:gsLst>
                        <a:gs pos="22000">
                          <a:srgbClr val="82C651"/>
                        </a:gs>
                        <a:gs pos="100000">
                          <a:schemeClr val="bg1"/>
                        </a:gs>
                      </a:gsLst>
                      <a:lin ang="0" scaled="1"/>
                    </a:gradFill>
                  </a:tcPr>
                </a:tc>
              </a:tr>
              <a:tr h="365760">
                <a:tc>
                  <a:txBody>
                    <a:bodyPr/>
                    <a:lstStyle/>
                    <a:p>
                      <a:r>
                        <a:rPr lang="en-US" altLang="ja-JP" dirty="0" smtClean="0">
                          <a:latin typeface="Arial (Body)"/>
                        </a:rPr>
                        <a:t>PC</a:t>
                      </a:r>
                      <a:r>
                        <a:rPr lang="zh-CN" altLang="en-US" dirty="0" smtClean="0">
                          <a:latin typeface="Arial (Body)"/>
                        </a:rPr>
                        <a:t>機</a:t>
                      </a:r>
                      <a:r>
                        <a:rPr lang="zh-CN" altLang="en-US" dirty="0">
                          <a:latin typeface="Arial (Body)"/>
                        </a:rPr>
                        <a:t>能</a:t>
                      </a:r>
                      <a:endParaRPr lang="zh-CN" altLang="en-US" dirty="0">
                        <a:latin typeface="Arial (Body)"/>
                      </a:endParaRPr>
                    </a:p>
                  </a:txBody>
                  <a:tcPr/>
                </a:tc>
                <a:tc>
                  <a:txBody>
                    <a:bodyPr/>
                    <a:lstStyle/>
                    <a:p>
                      <a:r>
                        <a:rPr lang="en-US" dirty="0" smtClean="0"/>
                        <a:t>16</a:t>
                      </a:r>
                      <a:endParaRPr lang="en-US" dirty="0"/>
                    </a:p>
                  </a:txBody>
                  <a:tcPr/>
                </a:tc>
              </a:tr>
              <a:tr h="365760">
                <a:tc>
                  <a: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en-US" sz="1800" dirty="0" smtClean="0">
                          <a:sym typeface="+mn-ea"/>
                        </a:rPr>
                        <a:t>EXCEL</a:t>
                      </a:r>
                      <a:endParaRPr lang="en-US" altLang="en-US" dirty="0"/>
                    </a:p>
                  </a:txBody>
                  <a:tcPr/>
                </a:tc>
                <a:tc>
                  <a:txBody>
                    <a:bodyPr/>
                    <a:lstStyle/>
                    <a:p>
                      <a:r>
                        <a:rPr lang="en-US" dirty="0"/>
                        <a:t>2</a:t>
                      </a:r>
                      <a:endParaRPr lang="en-US" dirty="0"/>
                    </a:p>
                  </a:txBody>
                  <a:tcPr/>
                </a:tc>
              </a:tr>
              <a:tr h="365760">
                <a:tc>
                  <a:txBody>
                    <a:bodyPr/>
                    <a:lstStyle/>
                    <a:p>
                      <a:pPr>
                        <a:buNone/>
                      </a:pPr>
                      <a:r>
                        <a:rPr lang="en-US" dirty="0"/>
                        <a:t>PDF</a:t>
                      </a:r>
                      <a:endParaRPr lang="en-US" dirty="0"/>
                    </a:p>
                  </a:txBody>
                  <a:tcPr/>
                </a:tc>
                <a:tc>
                  <a:txBody>
                    <a:bodyPr/>
                    <a:lstStyle/>
                    <a:p>
                      <a:pPr>
                        <a:buNone/>
                      </a:pPr>
                      <a:r>
                        <a:rPr lang="en-US" dirty="0"/>
                        <a:t>3</a:t>
                      </a:r>
                      <a:endParaRPr lang="en-US" dirty="0"/>
                    </a:p>
                  </a:txBody>
                  <a:tcPr/>
                </a:tc>
              </a:tr>
              <a:tr h="365760">
                <a:tc>
                  <a:txBody>
                    <a:bodyPr/>
                    <a:lstStyle/>
                    <a:p>
                      <a:r>
                        <a:rPr lang="ja-JP" altLang="en-US" dirty="0" smtClean="0"/>
                        <a:t>合計</a:t>
                      </a:r>
                      <a:r>
                        <a:rPr lang="en-US" baseline="0" dirty="0" smtClean="0"/>
                        <a:t>:</a:t>
                      </a:r>
                      <a:endParaRPr lang="en-US" dirty="0"/>
                    </a:p>
                  </a:txBody>
                  <a:tcPr>
                    <a:gradFill>
                      <a:gsLst>
                        <a:gs pos="22000">
                          <a:srgbClr val="82C651"/>
                        </a:gs>
                        <a:gs pos="100000">
                          <a:schemeClr val="bg1"/>
                        </a:gs>
                      </a:gsLst>
                      <a:lin ang="0" scaled="1"/>
                    </a:gradFill>
                  </a:tcPr>
                </a:tc>
                <a:tc>
                  <a:txBody>
                    <a:bodyPr/>
                    <a:lstStyle/>
                    <a:p>
                      <a:r>
                        <a:rPr lang="en-US" dirty="0"/>
                        <a:t>21</a:t>
                      </a:r>
                      <a:endParaRPr lang="en-US" dirty="0"/>
                    </a:p>
                  </a:txBody>
                  <a:tcPr>
                    <a:gradFill>
                      <a:gsLst>
                        <a:gs pos="22000">
                          <a:srgbClr val="82C651"/>
                        </a:gs>
                        <a:gs pos="100000">
                          <a:schemeClr val="bg1"/>
                        </a:gs>
                      </a:gsLst>
                      <a:lin ang="0" scaled="1"/>
                    </a:gradFill>
                  </a:tcPr>
                </a:tc>
              </a:tr>
            </a:tbl>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2"/>
          </p:nvPr>
        </p:nvSpPr>
        <p:spPr/>
        <p:txBody>
          <a:bodyPr/>
          <a:lstStyle/>
          <a:p>
            <a:fld id="{0A2F15E4-2CDD-6047-9F8A-F392A4BC9A1F}" type="slidenum">
              <a:rPr kumimoji="1" lang="ja-JP" altLang="en-US" smtClean="0">
                <a:latin typeface="Meiryo UI" panose="020B0604030504040204" pitchFamily="50" charset="-128"/>
                <a:ea typeface="Meiryo UI" panose="020B0604030504040204" pitchFamily="50" charset="-128"/>
              </a:rPr>
            </a:fld>
            <a:endParaRPr kumimoji="1" lang="ja-JP" altLang="en-US">
              <a:latin typeface="Meiryo UI" panose="020B0604030504040204" pitchFamily="50" charset="-128"/>
              <a:ea typeface="Meiryo UI" panose="020B0604030504040204" pitchFamily="50" charset="-128"/>
            </a:endParaRPr>
          </a:p>
        </p:txBody>
      </p:sp>
      <p:sp>
        <p:nvSpPr>
          <p:cNvPr id="6" name="正方形/長方形 5"/>
          <p:cNvSpPr/>
          <p:nvPr/>
        </p:nvSpPr>
        <p:spPr>
          <a:xfrm>
            <a:off x="254000" y="275936"/>
            <a:ext cx="11938000" cy="601640"/>
          </a:xfrm>
          <a:prstGeom prst="rect">
            <a:avLst/>
          </a:prstGeom>
          <a:gradFill flip="none" rotWithShape="1">
            <a:gsLst>
              <a:gs pos="22000">
                <a:srgbClr val="82C651"/>
              </a:gs>
              <a:gs pos="100000">
                <a:schemeClr val="bg1"/>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l"/>
            <a:endParaRPr lang="ja-JP" altLang="en-US" dirty="0">
              <a:solidFill>
                <a:schemeClr val="bg1"/>
              </a:solidFill>
              <a:latin typeface="Meiryo UI" panose="020B0604030504040204" pitchFamily="50" charset="-128"/>
              <a:ea typeface="Meiryo UI" panose="020B0604030504040204" pitchFamily="50" charset="-128"/>
            </a:endParaRPr>
          </a:p>
        </p:txBody>
      </p:sp>
      <p:sp>
        <p:nvSpPr>
          <p:cNvPr id="19" name="タイトル 3"/>
          <p:cNvSpPr>
            <a:spLocks noGrp="1"/>
          </p:cNvSpPr>
          <p:nvPr>
            <p:ph type="title"/>
          </p:nvPr>
        </p:nvSpPr>
        <p:spPr>
          <a:xfrm>
            <a:off x="254001" y="276225"/>
            <a:ext cx="10414000" cy="609600"/>
          </a:xfrm>
        </p:spPr>
        <p:txBody>
          <a:bodyPr vert="horz" lIns="91440" tIns="180000" rIns="91440" bIns="45720" rtlCol="0" anchor="ctr">
            <a:noAutofit/>
          </a:bodyPr>
          <a:lstStyle/>
          <a:p>
            <a:r>
              <a:rPr lang="ja-JP" altLang="en-US" dirty="0" smtClean="0">
                <a:solidFill>
                  <a:schemeClr val="bg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cs typeface="Meiryo" panose="020B0604030504040204" pitchFamily="50" charset="-128"/>
              </a:rPr>
              <a:t>課題分析</a:t>
            </a:r>
            <a:r>
              <a:rPr lang="en-US" altLang="ja-JP" dirty="0" smtClean="0">
                <a:solidFill>
                  <a:schemeClr val="bg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cs typeface="Meiryo" panose="020B0604030504040204" pitchFamily="50" charset="-128"/>
              </a:rPr>
              <a:t>/</a:t>
            </a:r>
            <a:r>
              <a:rPr lang="en-US" altLang="en-US" dirty="0" smtClean="0">
                <a:solidFill>
                  <a:schemeClr val="bg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cs typeface="Meiryo" panose="020B0604030504040204" pitchFamily="50" charset="-128"/>
              </a:rPr>
              <a:t>Phân tích vấn </a:t>
            </a:r>
            <a:r>
              <a:rPr lang="en-US" altLang="en-US" dirty="0" smtClean="0">
                <a:solidFill>
                  <a:schemeClr val="bg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cs typeface="Meiryo" panose="020B0604030504040204" pitchFamily="50" charset="-128"/>
              </a:rPr>
              <a:t>đ</a:t>
            </a:r>
            <a:r>
              <a:rPr lang="en-US" altLang="en-US" dirty="0" smtClean="0">
                <a:solidFill>
                  <a:schemeClr val="bg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cs typeface="Meiryo" panose="020B0604030504040204" pitchFamily="50" charset="-128"/>
              </a:rPr>
              <a:t>ề</a:t>
            </a:r>
            <a:endParaRPr lang="en-US" altLang="en-US" dirty="0" smtClean="0">
              <a:solidFill>
                <a:schemeClr val="bg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cs typeface="Meiryo" panose="020B0604030504040204" pitchFamily="50" charset="-128"/>
            </a:endParaRPr>
          </a:p>
        </p:txBody>
      </p:sp>
      <p:sp>
        <p:nvSpPr>
          <p:cNvPr id="2" name="TextBox 1"/>
          <p:cNvSpPr txBox="1"/>
          <p:nvPr/>
        </p:nvSpPr>
        <p:spPr>
          <a:xfrm>
            <a:off x="254000" y="1167765"/>
            <a:ext cx="11673205" cy="5003165"/>
          </a:xfrm>
          <a:prstGeom prst="rect">
            <a:avLst/>
          </a:prstGeom>
          <a:noFill/>
        </p:spPr>
        <p:txBody>
          <a:bodyPr wrap="square" rtlCol="0">
            <a:noAutofit/>
          </a:bodyPr>
          <a:lstStyle/>
          <a:p>
            <a:r>
              <a:rPr lang="ja-JP" altLang="en-US" b="1" dirty="0"/>
              <a:t>課題</a:t>
            </a:r>
            <a:r>
              <a:rPr lang="en-US" altLang="ja-JP" b="1" dirty="0"/>
              <a:t>/Vấn đề</a:t>
            </a:r>
            <a:r>
              <a:rPr lang="en-US" altLang="en-US" b="1" dirty="0"/>
              <a:t>:</a:t>
            </a:r>
            <a:endParaRPr lang="en-US" altLang="en-US" b="1" dirty="0"/>
          </a:p>
          <a:p>
            <a:endParaRPr lang="en-US" altLang="en-US" dirty="0"/>
          </a:p>
          <a:p>
            <a:r>
              <a:rPr lang="en-US" altLang="en-US" dirty="0"/>
              <a:t>1.Tài liệu phía Nhật cung cấp bị chậm. Chất l</a:t>
            </a:r>
            <a:r>
              <a:rPr lang="en-US" altLang="en-US" dirty="0"/>
              <a:t>ư</a:t>
            </a:r>
            <a:r>
              <a:rPr lang="en-US" altLang="en-US" dirty="0"/>
              <a:t>ợng thiết kế cơ bản từ phía Nhật vẫn ch</a:t>
            </a:r>
            <a:r>
              <a:rPr lang="en-US" altLang="en-US" dirty="0"/>
              <a:t>ư</a:t>
            </a:r>
            <a:r>
              <a:rPr lang="en-US" altLang="en-US" dirty="0"/>
              <a:t>a đạt được mức tối thiểu nên </a:t>
            </a:r>
            <a:r>
              <a:rPr lang="en-US" altLang="en-US" dirty="0"/>
              <a:t>đ</a:t>
            </a:r>
            <a:r>
              <a:rPr lang="en-US" altLang="en-US" dirty="0"/>
              <a:t>ã phát sinh nhiều hạng mục cần xác nhận.</a:t>
            </a:r>
            <a:endParaRPr lang="en-US" altLang="en-US" dirty="0"/>
          </a:p>
          <a:p>
            <a:endParaRPr lang="en-US" altLang="en-US" dirty="0"/>
          </a:p>
          <a:p>
            <a:r>
              <a:rPr lang="en-US" altLang="en-US" dirty="0"/>
              <a:t>2. Nhiều vấn </a:t>
            </a:r>
            <a:r>
              <a:rPr lang="en-US" altLang="en-US" dirty="0"/>
              <a:t>đ</a:t>
            </a:r>
            <a:r>
              <a:rPr lang="en-US" altLang="en-US" dirty="0"/>
              <a:t>ề QA về nghiệp vụ và </a:t>
            </a:r>
            <a:r>
              <a:rPr lang="en-US" altLang="en-US" dirty="0">
                <a:sym typeface="+mn-ea"/>
              </a:rPr>
              <a:t>phát sinh </a:t>
            </a:r>
            <a:r>
              <a:rPr lang="en-US" altLang="en-US" dirty="0"/>
              <a:t>thay </a:t>
            </a:r>
            <a:r>
              <a:rPr lang="en-US" altLang="en-US" dirty="0"/>
              <a:t>đ</a:t>
            </a:r>
            <a:r>
              <a:rPr lang="en-US" altLang="en-US" dirty="0"/>
              <a:t>ổi thiết kế BD </a:t>
            </a:r>
            <a:r>
              <a:rPr lang="en-US" altLang="en-US" dirty="0">
                <a:sym typeface="+mn-ea"/>
              </a:rPr>
              <a:t>trong giai đoạn phát triển</a:t>
            </a:r>
            <a:r>
              <a:rPr lang="en-US" altLang="en-US" dirty="0"/>
              <a:t>, dẫn </a:t>
            </a:r>
            <a:r>
              <a:rPr lang="en-US" altLang="en-US" dirty="0"/>
              <a:t>đ</a:t>
            </a:r>
            <a:r>
              <a:rPr lang="en-US" altLang="en-US" dirty="0"/>
              <a:t>ến việc phải làm lại nhiều hơn.</a:t>
            </a:r>
            <a:endParaRPr lang="en-US" altLang="en-US" dirty="0"/>
          </a:p>
          <a:p>
            <a:endParaRPr lang="en-US" altLang="en-US" dirty="0"/>
          </a:p>
          <a:p>
            <a:r>
              <a:rPr lang="en-US" altLang="en-US" dirty="0"/>
              <a:t>3. Thời gian dành cho việc </a:t>
            </a:r>
            <a:r>
              <a:rPr lang="en-US" altLang="en-US" dirty="0"/>
              <a:t>đ</a:t>
            </a:r>
            <a:r>
              <a:rPr lang="en-US" altLang="en-US" dirty="0"/>
              <a:t>iều chỉnh thay đổi thường xuyên làm t</a:t>
            </a:r>
            <a:r>
              <a:rPr lang="en-US" altLang="en-US" dirty="0"/>
              <a:t>ă</a:t>
            </a:r>
            <a:r>
              <a:rPr lang="en-US" altLang="en-US" dirty="0"/>
              <a:t>ng số giờ làm việc của phần phát triển và xem xét.</a:t>
            </a:r>
            <a:endParaRPr lang="en-US" altLang="en-US" dirty="0"/>
          </a:p>
          <a:p>
            <a:endParaRPr lang="en-US" altLang="en-US" dirty="0"/>
          </a:p>
          <a:p>
            <a:r>
              <a:rPr lang="en-US" altLang="ja-JP" dirty="0"/>
              <a:t>4. Không tổ chức được các cuộc họp với JP để nắm bắt và giải quyết sớm các vấn đề phát sinh của dự án.</a:t>
            </a:r>
            <a:endParaRPr lang="en-US" altLang="ja-JP" dirty="0"/>
          </a:p>
          <a:p>
            <a:endParaRPr lang="en-US" altLang="ja-JP" dirty="0"/>
          </a:p>
          <a:p>
            <a:r>
              <a:rPr lang="en-US" altLang="ja-JP" dirty="0"/>
              <a:t>5. </a:t>
            </a:r>
            <a:r>
              <a:rPr lang="en-US" altLang="en-US" dirty="0" err="1" smtClean="0">
                <a:sym typeface="+mn-ea"/>
              </a:rPr>
              <a:t>Giai đoạn đầu chưa nắm bắt được nghiệp vụ dự án </a:t>
            </a:r>
            <a:r>
              <a:rPr lang="vi-VN" altLang="ja-JP" dirty="0">
                <a:latin typeface="Times New Roman" panose="02020603050405020304" charset="0"/>
                <a:cs typeface="Times New Roman" panose="02020603050405020304" charset="0"/>
                <a:sym typeface="+mn-ea"/>
              </a:rPr>
              <a:t>nên cần nỗ lực nhiều hơn</a:t>
            </a:r>
            <a:r>
              <a:rPr lang="en-US" altLang="en-US" dirty="0" err="1" smtClean="0">
                <a:sym typeface="+mn-ea"/>
              </a:rPr>
              <a:t>. (cả pl lẫn member)</a:t>
            </a:r>
            <a:endParaRPr lang="en-US" altLang="ja-JP" dirty="0"/>
          </a:p>
          <a:p>
            <a:endParaRPr lang="en-US" altLang="ja-JP" dirty="0"/>
          </a:p>
          <a:p>
            <a:r>
              <a:rPr lang="en-US" altLang="ja-JP" dirty="0"/>
              <a:t>6. </a:t>
            </a:r>
            <a:r>
              <a:rPr lang="en-US" altLang="en-US" dirty="0" err="1" smtClean="0">
                <a:sym typeface="+mn-ea"/>
              </a:rPr>
              <a:t>Team VN đang ngồi riêng lẻ nên sự phối hợp trong team còn hạn chế.</a:t>
            </a:r>
            <a:endParaRPr lang="en-US" altLang="ja-JP" dirty="0"/>
          </a:p>
          <a:p>
            <a:endParaRPr lang="en-US" altLang="ja-JP" dirty="0"/>
          </a:p>
          <a:p>
            <a:endParaRPr lang="ja-JP" altLang="en-US" dirty="0"/>
          </a:p>
          <a:p>
            <a:endParaRPr lang="en-US" alt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2"/>
          </p:nvPr>
        </p:nvSpPr>
        <p:spPr/>
        <p:txBody>
          <a:bodyPr/>
          <a:lstStyle/>
          <a:p>
            <a:fld id="{0A2F15E4-2CDD-6047-9F8A-F392A4BC9A1F}" type="slidenum">
              <a:rPr kumimoji="1" lang="ja-JP" altLang="en-US" smtClean="0">
                <a:latin typeface="Meiryo UI" panose="020B0604030504040204" pitchFamily="50" charset="-128"/>
                <a:ea typeface="Meiryo UI" panose="020B0604030504040204" pitchFamily="50" charset="-128"/>
              </a:rPr>
            </a:fld>
            <a:endParaRPr kumimoji="1" lang="ja-JP" altLang="en-US">
              <a:latin typeface="Meiryo UI" panose="020B0604030504040204" pitchFamily="50" charset="-128"/>
              <a:ea typeface="Meiryo UI" panose="020B0604030504040204" pitchFamily="50" charset="-128"/>
            </a:endParaRPr>
          </a:p>
        </p:txBody>
      </p:sp>
      <p:sp>
        <p:nvSpPr>
          <p:cNvPr id="6" name="正方形/長方形 5"/>
          <p:cNvSpPr/>
          <p:nvPr/>
        </p:nvSpPr>
        <p:spPr>
          <a:xfrm>
            <a:off x="254000" y="275936"/>
            <a:ext cx="11938000" cy="601640"/>
          </a:xfrm>
          <a:prstGeom prst="rect">
            <a:avLst/>
          </a:prstGeom>
          <a:gradFill flip="none" rotWithShape="1">
            <a:gsLst>
              <a:gs pos="22000">
                <a:srgbClr val="82C651"/>
              </a:gs>
              <a:gs pos="100000">
                <a:schemeClr val="bg1"/>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l"/>
            <a:endParaRPr lang="ja-JP" altLang="en-US" dirty="0">
              <a:solidFill>
                <a:schemeClr val="bg1"/>
              </a:solidFill>
              <a:latin typeface="Meiryo UI" panose="020B0604030504040204" pitchFamily="50" charset="-128"/>
              <a:ea typeface="Meiryo UI" panose="020B0604030504040204" pitchFamily="50" charset="-128"/>
            </a:endParaRPr>
          </a:p>
        </p:txBody>
      </p:sp>
      <p:sp>
        <p:nvSpPr>
          <p:cNvPr id="19" name="タイトル 3"/>
          <p:cNvSpPr>
            <a:spLocks noGrp="1"/>
          </p:cNvSpPr>
          <p:nvPr>
            <p:ph type="title"/>
          </p:nvPr>
        </p:nvSpPr>
        <p:spPr>
          <a:xfrm>
            <a:off x="254001" y="276225"/>
            <a:ext cx="10414000" cy="609600"/>
          </a:xfrm>
        </p:spPr>
        <p:txBody>
          <a:bodyPr vert="horz" lIns="91440" tIns="180000" rIns="91440" bIns="45720" rtlCol="0" anchor="ctr">
            <a:noAutofit/>
          </a:bodyPr>
          <a:lstStyle/>
          <a:p>
            <a:r>
              <a:rPr lang="ja-JP" altLang="en-US" dirty="0" smtClean="0">
                <a:solidFill>
                  <a:schemeClr val="bg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cs typeface="Meiryo" panose="020B0604030504040204" pitchFamily="50" charset="-128"/>
              </a:rPr>
              <a:t>課題分析</a:t>
            </a:r>
            <a:r>
              <a:rPr lang="en-US" altLang="ja-JP" dirty="0" smtClean="0">
                <a:solidFill>
                  <a:schemeClr val="bg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cs typeface="Meiryo" panose="020B0604030504040204" pitchFamily="50" charset="-128"/>
              </a:rPr>
              <a:t>/</a:t>
            </a:r>
            <a:r>
              <a:rPr lang="en-US" altLang="en-US" dirty="0" smtClean="0">
                <a:solidFill>
                  <a:schemeClr val="bg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cs typeface="Meiryo" panose="020B0604030504040204" pitchFamily="50" charset="-128"/>
              </a:rPr>
              <a:t>Phân tích vấn </a:t>
            </a:r>
            <a:r>
              <a:rPr lang="en-US" altLang="en-US" dirty="0" smtClean="0">
                <a:solidFill>
                  <a:schemeClr val="bg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cs typeface="Meiryo" panose="020B0604030504040204" pitchFamily="50" charset="-128"/>
              </a:rPr>
              <a:t>đ</a:t>
            </a:r>
            <a:r>
              <a:rPr lang="en-US" altLang="en-US" dirty="0" smtClean="0">
                <a:solidFill>
                  <a:schemeClr val="bg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cs typeface="Meiryo" panose="020B0604030504040204" pitchFamily="50" charset="-128"/>
              </a:rPr>
              <a:t>ề</a:t>
            </a:r>
            <a:endParaRPr lang="en-US" altLang="en-US" dirty="0" smtClean="0">
              <a:solidFill>
                <a:schemeClr val="bg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cs typeface="Meiryo" panose="020B0604030504040204" pitchFamily="50" charset="-128"/>
            </a:endParaRPr>
          </a:p>
        </p:txBody>
      </p:sp>
      <p:sp>
        <p:nvSpPr>
          <p:cNvPr id="2" name="TextBox 1"/>
          <p:cNvSpPr txBox="1"/>
          <p:nvPr/>
        </p:nvSpPr>
        <p:spPr>
          <a:xfrm>
            <a:off x="254000" y="1167765"/>
            <a:ext cx="11673205" cy="4040505"/>
          </a:xfrm>
          <a:prstGeom prst="rect">
            <a:avLst/>
          </a:prstGeom>
          <a:noFill/>
        </p:spPr>
        <p:txBody>
          <a:bodyPr wrap="square" rtlCol="0">
            <a:noAutofit/>
          </a:bodyPr>
          <a:lstStyle/>
          <a:p>
            <a:r>
              <a:rPr lang="ja-JP" altLang="en-US" b="1" dirty="0" err="1" smtClean="0">
                <a:sym typeface="+mn-ea"/>
              </a:rPr>
              <a:t>出来ること</a:t>
            </a:r>
            <a:r>
              <a:rPr lang="en-US" altLang="ja-JP" b="1" dirty="0" err="1" smtClean="0">
                <a:sym typeface="+mn-ea"/>
              </a:rPr>
              <a:t>/Những việc đã làm được.</a:t>
            </a:r>
            <a:endParaRPr lang="en-US" altLang="ja-JP" b="1" dirty="0" err="1" smtClean="0">
              <a:sym typeface="+mn-ea"/>
            </a:endParaRPr>
          </a:p>
          <a:p>
            <a:pPr indent="0">
              <a:buFont typeface="Arial" panose="020B0604020202020204" pitchFamily="34" charset="0"/>
              <a:buNone/>
            </a:pPr>
            <a:endParaRPr lang="ja-JP" altLang="en-US" b="1" dirty="0" err="1" smtClean="0">
              <a:sym typeface="+mn-ea"/>
            </a:endParaRPr>
          </a:p>
          <a:p>
            <a:pPr indent="0">
              <a:buFont typeface="Arial" panose="020B0604020202020204" pitchFamily="34" charset="0"/>
              <a:buNone/>
            </a:pPr>
            <a:r>
              <a:rPr lang="en-US" altLang="en-US" dirty="0" err="1" smtClean="0">
                <a:sym typeface="+mn-ea"/>
              </a:rPr>
              <a:t>1. Nhận thức tr</a:t>
            </a:r>
            <a:r>
              <a:rPr lang="en-US" altLang="en-US" dirty="0" err="1" smtClean="0">
                <a:sym typeface="+mn-ea"/>
              </a:rPr>
              <a:t>ư</a:t>
            </a:r>
            <a:r>
              <a:rPr lang="en-US" altLang="en-US" dirty="0" err="1" smtClean="0">
                <a:sym typeface="+mn-ea"/>
              </a:rPr>
              <a:t>ớc </a:t>
            </a:r>
            <a:r>
              <a:rPr lang="en-US" altLang="en-US" dirty="0" err="1" smtClean="0">
                <a:sym typeface="+mn-ea"/>
              </a:rPr>
              <a:t>đư</a:t>
            </a:r>
            <a:r>
              <a:rPr lang="en-US" altLang="en-US" dirty="0" err="1" smtClean="0">
                <a:sym typeface="+mn-ea"/>
              </a:rPr>
              <a:t>ợc các rủi ro về thời hạn bàn giao (deadline).</a:t>
            </a:r>
            <a:endParaRPr lang="en-US" altLang="en-US" dirty="0" err="1" smtClean="0">
              <a:sym typeface="+mn-ea"/>
            </a:endParaRPr>
          </a:p>
          <a:p>
            <a:pPr indent="0">
              <a:buFont typeface="Arial" panose="020B0604020202020204" pitchFamily="34" charset="0"/>
              <a:buNone/>
            </a:pPr>
            <a:endParaRPr lang="en-US" altLang="en-US" dirty="0" err="1" smtClean="0">
              <a:sym typeface="+mn-ea"/>
            </a:endParaRPr>
          </a:p>
          <a:p>
            <a:pPr indent="0">
              <a:buFont typeface="Arial" panose="020B0604020202020204" pitchFamily="34" charset="0"/>
              <a:buNone/>
            </a:pPr>
            <a:r>
              <a:rPr lang="en-US" altLang="en-US" dirty="0" err="1" smtClean="0">
                <a:sym typeface="+mn-ea"/>
              </a:rPr>
              <a:t>2. Thông báo tr</a:t>
            </a:r>
            <a:r>
              <a:rPr lang="en-US" altLang="en-US" dirty="0" err="1" smtClean="0">
                <a:sym typeface="+mn-ea"/>
              </a:rPr>
              <a:t>ư</a:t>
            </a:r>
            <a:r>
              <a:rPr lang="en-US" altLang="en-US" dirty="0" err="1" smtClean="0">
                <a:sym typeface="+mn-ea"/>
              </a:rPr>
              <a:t>ớc về các rủi ro cho cấp trên và phía Nhật Bản.</a:t>
            </a:r>
            <a:r>
              <a:rPr lang="en-US" dirty="0" err="1" smtClean="0">
                <a:sym typeface="+mn-ea"/>
              </a:rPr>
              <a:t> </a:t>
            </a:r>
            <a:endParaRPr lang="en-US" dirty="0" err="1" smtClean="0">
              <a:sym typeface="+mn-ea"/>
            </a:endParaRPr>
          </a:p>
          <a:p>
            <a:pPr indent="0">
              <a:buFont typeface="Arial" panose="020B0604020202020204" pitchFamily="34" charset="0"/>
              <a:buNone/>
            </a:pPr>
            <a:endParaRPr lang="en-US" altLang="en-US" dirty="0" err="1" smtClean="0">
              <a:sym typeface="+mn-ea"/>
            </a:endParaRPr>
          </a:p>
          <a:p>
            <a:pPr indent="0">
              <a:buFont typeface="Arial" panose="020B0604020202020204" pitchFamily="34" charset="0"/>
              <a:buNone/>
            </a:pPr>
            <a:r>
              <a:rPr lang="en-US" altLang="en-US" dirty="0" err="1" smtClean="0">
                <a:sym typeface="+mn-ea"/>
              </a:rPr>
              <a:t>3. Không phát sinh vấn </a:t>
            </a:r>
            <a:r>
              <a:rPr lang="en-US" altLang="en-US" dirty="0" err="1" smtClean="0">
                <a:sym typeface="+mn-ea"/>
              </a:rPr>
              <a:t>đ</a:t>
            </a:r>
            <a:r>
              <a:rPr lang="en-US" altLang="en-US" dirty="0" err="1" smtClean="0">
                <a:sym typeface="+mn-ea"/>
              </a:rPr>
              <a:t>ề nào nằm ngoài tầm kiểm soát.</a:t>
            </a:r>
            <a:endParaRPr lang="en-US" altLang="en-US" dirty="0" err="1" smtClean="0">
              <a:sym typeface="+mn-ea"/>
            </a:endParaRPr>
          </a:p>
          <a:p>
            <a:pPr indent="0">
              <a:buFont typeface="Arial" panose="020B0604020202020204" pitchFamily="34" charset="0"/>
              <a:buNone/>
            </a:pPr>
            <a:endParaRPr lang="en-US" altLang="en-US" dirty="0" err="1" smtClean="0">
              <a:sym typeface="+mn-ea"/>
            </a:endParaRPr>
          </a:p>
          <a:p>
            <a:pPr indent="0">
              <a:buFont typeface="Arial" panose="020B0604020202020204" pitchFamily="34" charset="0"/>
              <a:buNone/>
            </a:pPr>
            <a:r>
              <a:rPr lang="en-US" altLang="en-US" dirty="0" err="1" smtClean="0">
                <a:sym typeface="+mn-ea"/>
              </a:rPr>
              <a:t>4. Các thành viên tích cực hỗ trợ lẫn nhau và thể hiện tinh thần làm việc nhóm bằng cách chia sẻ kiến ​​thức và kinh nghiệm.</a:t>
            </a:r>
            <a:endParaRPr lang="en-US" altLang="en-US" dirty="0" err="1" smtClean="0">
              <a:sym typeface="+mn-ea"/>
            </a:endParaRPr>
          </a:p>
          <a:p>
            <a:pPr indent="0">
              <a:buFont typeface="Arial" panose="020B0604020202020204" pitchFamily="34" charset="0"/>
              <a:buNone/>
            </a:pPr>
            <a:endParaRPr lang="en-US" altLang="en-US" dirty="0"/>
          </a:p>
          <a:p>
            <a:pPr indent="0">
              <a:buFont typeface="Arial" panose="020B0604020202020204" pitchFamily="34" charset="0"/>
              <a:buNone/>
            </a:pPr>
            <a:r>
              <a:rPr lang="en-US" altLang="en-US" dirty="0"/>
              <a:t>5. Tiến hành rà soát chéo giữa các thành viên.</a:t>
            </a:r>
            <a:endParaRPr lang="en-US" altLang="en-US" dirty="0"/>
          </a:p>
          <a:p>
            <a:pPr indent="0">
              <a:buFont typeface="Arial" panose="020B0604020202020204" pitchFamily="34" charset="0"/>
              <a:buNone/>
            </a:pPr>
            <a:endParaRPr lang="en-US" altLang="en-US" dirty="0"/>
          </a:p>
          <a:p>
            <a:pPr indent="0">
              <a:buFont typeface="Arial" panose="020B0604020202020204" pitchFamily="34" charset="0"/>
              <a:buNone/>
            </a:pPr>
            <a:r>
              <a:rPr lang="en-US" altLang="en-US" dirty="0"/>
              <a:t>6. </a:t>
            </a:r>
            <a:r>
              <a:rPr lang="en-US" altLang="en-US" dirty="0"/>
              <a:t>Á</a:t>
            </a:r>
            <a:r>
              <a:rPr lang="en-US" altLang="en-US" dirty="0"/>
              <a:t>p dụng AI vào các giai </a:t>
            </a:r>
            <a:r>
              <a:rPr lang="en-US" altLang="en-US" dirty="0"/>
              <a:t>đ</a:t>
            </a:r>
            <a:r>
              <a:rPr lang="en-US" altLang="en-US" dirty="0"/>
              <a:t>oạn tạo thiết kế chi tiết, thực hiện sinh code tự động trong phần phát triển và sinh test case của dự án </a:t>
            </a:r>
            <a:r>
              <a:rPr lang="en-US" altLang="en-US" dirty="0"/>
              <a:t>đ</a:t>
            </a:r>
            <a:r>
              <a:rPr lang="en-US" altLang="en-US" dirty="0"/>
              <a:t>ể nâng cao chất l</a:t>
            </a:r>
            <a:r>
              <a:rPr lang="en-US" altLang="en-US" dirty="0"/>
              <a:t>ư</a:t>
            </a:r>
            <a:r>
              <a:rPr lang="en-US" altLang="en-US" dirty="0"/>
              <a:t>ợng.</a:t>
            </a:r>
            <a:endParaRPr lang="en-US" alt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A2F15E4-2CDD-6047-9F8A-F392A4BC9A1F}" type="slidenum">
              <a:rPr kumimoji="1" lang="ja-JP" altLang="en-US" smtClean="0"/>
            </a:fld>
            <a:endParaRPr kumimoji="1" lang="ja-JP" altLang="en-US"/>
          </a:p>
        </p:txBody>
      </p:sp>
      <p:sp>
        <p:nvSpPr>
          <p:cNvPr id="7" name="Title 6"/>
          <p:cNvSpPr>
            <a:spLocks noGrp="1"/>
          </p:cNvSpPr>
          <p:nvPr>
            <p:ph type="title"/>
          </p:nvPr>
        </p:nvSpPr>
        <p:spPr/>
        <p:txBody>
          <a:bodyPr/>
          <a:lstStyle/>
          <a:p>
            <a:endParaRPr lang="en-US"/>
          </a:p>
        </p:txBody>
      </p:sp>
      <p:sp>
        <p:nvSpPr>
          <p:cNvPr id="8" name="正方形/長方形 5"/>
          <p:cNvSpPr/>
          <p:nvPr/>
        </p:nvSpPr>
        <p:spPr>
          <a:xfrm>
            <a:off x="254000" y="307587"/>
            <a:ext cx="11938000" cy="601640"/>
          </a:xfrm>
          <a:prstGeom prst="rect">
            <a:avLst/>
          </a:prstGeom>
          <a:gradFill flip="none" rotWithShape="1">
            <a:gsLst>
              <a:gs pos="22000">
                <a:srgbClr val="82C651"/>
              </a:gs>
              <a:gs pos="100000">
                <a:schemeClr val="bg1"/>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l"/>
            <a:endParaRPr lang="ja-JP" altLang="en-US" dirty="0">
              <a:solidFill>
                <a:schemeClr val="bg1"/>
              </a:solidFill>
              <a:latin typeface="Meiryo UI" panose="020B0604030504040204" pitchFamily="50" charset="-128"/>
              <a:ea typeface="Meiryo UI" panose="020B0604030504040204" pitchFamily="50" charset="-128"/>
            </a:endParaRPr>
          </a:p>
        </p:txBody>
      </p:sp>
      <p:sp>
        <p:nvSpPr>
          <p:cNvPr id="9" name="タイトル 3"/>
          <p:cNvSpPr txBox="1"/>
          <p:nvPr/>
        </p:nvSpPr>
        <p:spPr>
          <a:xfrm>
            <a:off x="254000" y="240139"/>
            <a:ext cx="11801365" cy="737245"/>
          </a:xfrm>
          <a:prstGeom prst="rect">
            <a:avLst/>
          </a:prstGeom>
        </p:spPr>
        <p:txBody>
          <a:bodyPr vert="horz" lIns="91440" tIns="180000" rIns="91440" bIns="45720" rtlCol="0" anchor="ctr">
            <a:noAutofit/>
          </a:bodyPr>
          <a:lstStyle>
            <a:lvl1pPr algn="l" defTabSz="457200" rtl="0" eaLnBrk="1" latinLnBrk="0" hangingPunct="1">
              <a:spcBef>
                <a:spcPct val="0"/>
              </a:spcBef>
              <a:buNone/>
              <a:defRPr kumimoji="1" sz="2800" b="1" kern="1200">
                <a:solidFill>
                  <a:schemeClr val="tx1">
                    <a:lumMod val="65000"/>
                    <a:lumOff val="35000"/>
                  </a:schemeClr>
                </a:solidFill>
                <a:latin typeface="Meiryo" panose="020B0604030504040204" pitchFamily="50" charset="-128"/>
                <a:ea typeface="Meiryo" panose="020B0604030504040204" pitchFamily="50" charset="-128"/>
                <a:cs typeface="+mj-cs"/>
              </a:defRPr>
            </a:lvl1pPr>
          </a:lstStyle>
          <a:p>
            <a:r>
              <a:rPr lang="ja-JP" altLang="en-US" dirty="0" smtClean="0">
                <a:solidFill>
                  <a:schemeClr val="bg1"/>
                </a:solidFill>
                <a:effectLst>
                  <a:outerShdw blurRad="38100" dist="38100" dir="2700000" algn="tl">
                    <a:srgbClr val="000000">
                      <a:alpha val="43137"/>
                    </a:srgbClr>
                  </a:outerShdw>
                </a:effectLst>
                <a:sym typeface="+mn-ea"/>
              </a:rPr>
              <a:t>改善策</a:t>
            </a:r>
            <a:r>
              <a:rPr lang="en-US" altLang="ja-JP" dirty="0" smtClean="0">
                <a:solidFill>
                  <a:schemeClr val="bg1"/>
                </a:solidFill>
                <a:effectLst>
                  <a:outerShdw blurRad="38100" dist="38100" dir="2700000" algn="tl">
                    <a:srgbClr val="000000">
                      <a:alpha val="43137"/>
                    </a:srgbClr>
                  </a:outerShdw>
                </a:effectLst>
                <a:sym typeface="+mn-ea"/>
              </a:rPr>
              <a:t>/ Cải tiến</a:t>
            </a:r>
            <a:endParaRPr lang="en-US" altLang="ja-JP" dirty="0" smtClean="0">
              <a:solidFill>
                <a:schemeClr val="bg1"/>
              </a:solidFill>
              <a:effectLst>
                <a:outerShdw blurRad="38100" dist="38100" dir="2700000" algn="tl">
                  <a:srgbClr val="000000">
                    <a:alpha val="43137"/>
                  </a:srgbClr>
                </a:outerShdw>
              </a:effectLst>
              <a:sym typeface="+mn-ea"/>
            </a:endParaRPr>
          </a:p>
        </p:txBody>
      </p:sp>
      <p:sp>
        <p:nvSpPr>
          <p:cNvPr id="5" name="TextBox 1"/>
          <p:cNvSpPr txBox="1"/>
          <p:nvPr/>
        </p:nvSpPr>
        <p:spPr>
          <a:xfrm>
            <a:off x="254001" y="1167765"/>
            <a:ext cx="11673086" cy="3692525"/>
          </a:xfrm>
          <a:prstGeom prst="rect">
            <a:avLst/>
          </a:prstGeom>
          <a:noFill/>
        </p:spPr>
        <p:txBody>
          <a:bodyPr wrap="square" rtlCol="0">
            <a:spAutoFit/>
          </a:bodyPr>
          <a:lstStyle/>
          <a:p>
            <a:pPr marL="0" lvl="1"/>
            <a:r>
              <a:rPr lang="ja-JP" altLang="en-US" b="1" dirty="0">
                <a:latin typeface="Meiryo UI" panose="020B0604030504040204" pitchFamily="50" charset="-128"/>
                <a:ea typeface="Meiryo UI" panose="020B0604030504040204" pitchFamily="50" charset="-128"/>
                <a:sym typeface="+mn-ea"/>
              </a:rPr>
              <a:t>今後の改</a:t>
            </a:r>
            <a:r>
              <a:rPr lang="ja-JP" altLang="en-US" b="1" dirty="0" smtClean="0">
                <a:latin typeface="Meiryo UI" panose="020B0604030504040204" pitchFamily="50" charset="-128"/>
                <a:ea typeface="Meiryo UI" panose="020B0604030504040204" pitchFamily="50" charset="-128"/>
                <a:sym typeface="+mn-ea"/>
              </a:rPr>
              <a:t>善</a:t>
            </a:r>
            <a:r>
              <a:rPr lang="en-US" altLang="ja-JP" b="1" dirty="0" err="1" smtClean="0">
                <a:sym typeface="+mn-ea"/>
              </a:rPr>
              <a:t>/</a:t>
            </a:r>
            <a:r>
              <a:rPr lang="en-US" altLang="en-US" b="1" dirty="0" err="1" smtClean="0">
                <a:sym typeface="+mn-ea"/>
              </a:rPr>
              <a:t>Những cải tiến trong t</a:t>
            </a:r>
            <a:r>
              <a:rPr lang="en-US" altLang="en-US" b="1" dirty="0" err="1" smtClean="0">
                <a:sym typeface="+mn-ea"/>
              </a:rPr>
              <a:t>ư</a:t>
            </a:r>
            <a:r>
              <a:rPr lang="en-US" altLang="en-US" b="1" dirty="0" err="1" smtClean="0">
                <a:sym typeface="+mn-ea"/>
              </a:rPr>
              <a:t>ơng lai</a:t>
            </a:r>
            <a:r>
              <a:rPr lang="en-US" altLang="ja-JP" b="1" dirty="0" err="1" smtClean="0">
                <a:sym typeface="+mn-ea"/>
              </a:rPr>
              <a:t>.</a:t>
            </a:r>
            <a:endParaRPr lang="en-US" altLang="ja-JP" b="1" dirty="0" err="1" smtClean="0">
              <a:sym typeface="+mn-ea"/>
            </a:endParaRPr>
          </a:p>
          <a:p>
            <a:pPr indent="0">
              <a:buFont typeface="Arial" panose="020B0604020202020204" pitchFamily="34" charset="0"/>
              <a:buNone/>
            </a:pPr>
            <a:endParaRPr lang="ja-JP" altLang="en-US" b="1" dirty="0" err="1" smtClean="0">
              <a:sym typeface="+mn-ea"/>
            </a:endParaRPr>
          </a:p>
          <a:p>
            <a:pPr indent="0">
              <a:buFont typeface="Arial" panose="020B0604020202020204" pitchFamily="34" charset="0"/>
              <a:buNone/>
            </a:pPr>
            <a:r>
              <a:rPr lang="en-US" altLang="en-US" dirty="0" err="1" smtClean="0">
                <a:sym typeface="+mn-ea"/>
              </a:rPr>
              <a:t>1. Làm r</a:t>
            </a:r>
            <a:r>
              <a:rPr lang="en-US" altLang="en-US" dirty="0" err="1" smtClean="0">
                <a:sym typeface="+mn-ea"/>
              </a:rPr>
              <a:t>õ</a:t>
            </a:r>
            <a:r>
              <a:rPr lang="en-US" altLang="en-US" dirty="0" err="1" smtClean="0">
                <a:sym typeface="+mn-ea"/>
              </a:rPr>
              <a:t> hơn các thông số kỹ thuật trong giai </a:t>
            </a:r>
            <a:r>
              <a:rPr lang="en-US" altLang="en-US" dirty="0" err="1" smtClean="0">
                <a:sym typeface="+mn-ea"/>
              </a:rPr>
              <a:t>đ</a:t>
            </a:r>
            <a:r>
              <a:rPr lang="en-US" altLang="en-US" dirty="0" err="1" smtClean="0">
                <a:sym typeface="+mn-ea"/>
              </a:rPr>
              <a:t>oạn thiết kế và giải quyết sớm mọi vấn </a:t>
            </a:r>
            <a:r>
              <a:rPr lang="en-US" altLang="en-US" dirty="0" err="1" smtClean="0">
                <a:sym typeface="+mn-ea"/>
              </a:rPr>
              <a:t>đ</a:t>
            </a:r>
            <a:r>
              <a:rPr lang="en-US" altLang="en-US" dirty="0" err="1" smtClean="0">
                <a:sym typeface="+mn-ea"/>
              </a:rPr>
              <a:t>ề ch</a:t>
            </a:r>
            <a:r>
              <a:rPr lang="en-US" altLang="en-US" dirty="0" err="1" smtClean="0">
                <a:sym typeface="+mn-ea"/>
              </a:rPr>
              <a:t>ư</a:t>
            </a:r>
            <a:r>
              <a:rPr lang="en-US" altLang="en-US" dirty="0" err="1" smtClean="0">
                <a:sym typeface="+mn-ea"/>
              </a:rPr>
              <a:t>a r</a:t>
            </a:r>
            <a:r>
              <a:rPr lang="en-US" altLang="en-US" dirty="0" err="1" smtClean="0">
                <a:sym typeface="+mn-ea"/>
              </a:rPr>
              <a:t>õ</a:t>
            </a:r>
            <a:r>
              <a:rPr lang="en-US" altLang="en-US" dirty="0" err="1" smtClean="0">
                <a:sym typeface="+mn-ea"/>
              </a:rPr>
              <a:t> ràng.</a:t>
            </a:r>
            <a:endParaRPr lang="en-US" altLang="en-US" dirty="0" err="1" smtClean="0">
              <a:sym typeface="+mn-ea"/>
            </a:endParaRPr>
          </a:p>
          <a:p>
            <a:pPr indent="0">
              <a:buFont typeface="Arial" panose="020B0604020202020204" pitchFamily="34" charset="0"/>
              <a:buNone/>
            </a:pPr>
            <a:endParaRPr lang="en-US" altLang="en-US" dirty="0" err="1" smtClean="0">
              <a:sym typeface="+mn-ea"/>
            </a:endParaRPr>
          </a:p>
          <a:p>
            <a:pPr indent="0">
              <a:buFont typeface="Arial" panose="020B0604020202020204" pitchFamily="34" charset="0"/>
              <a:buNone/>
            </a:pPr>
            <a:r>
              <a:rPr lang="en-US" altLang="en-US" dirty="0" err="1" smtClean="0">
                <a:sym typeface="+mn-ea"/>
              </a:rPr>
              <a:t>2. </a:t>
            </a:r>
            <a:r>
              <a:rPr lang="en-US" altLang="en-US" dirty="0">
                <a:sym typeface="+mn-ea"/>
              </a:rPr>
              <a:t>Đối với các tính năng gặp nhiều vấn đề trong quá trình xem xét, hãy tiến hành phân tích nội bộ để xác định nguyên nhân và xem xét các giải pháp cho từng vấn đề.</a:t>
            </a:r>
            <a:endParaRPr lang="en-US" altLang="en-US" dirty="0"/>
          </a:p>
          <a:p>
            <a:pPr indent="0">
              <a:buFont typeface="Arial" panose="020B0604020202020204" pitchFamily="34" charset="0"/>
              <a:buNone/>
            </a:pPr>
            <a:endParaRPr lang="en-US" altLang="en-US" dirty="0"/>
          </a:p>
          <a:p>
            <a:pPr indent="0">
              <a:buFont typeface="Arial" panose="020B0604020202020204" pitchFamily="34" charset="0"/>
              <a:buNone/>
            </a:pPr>
            <a:r>
              <a:rPr lang="en-US" altLang="en-US" dirty="0"/>
              <a:t>3. </a:t>
            </a:r>
            <a:r>
              <a:rPr lang="en-US" altLang="en-US" dirty="0">
                <a:sym typeface="+mn-ea"/>
              </a:rPr>
              <a:t>Tăng cường hơn nữa việc chia sẻ thông tin trong nhóm để phát hiện và giải quyết vấn đề sớm.</a:t>
            </a:r>
            <a:endParaRPr lang="en-US" altLang="en-US" dirty="0">
              <a:sym typeface="+mn-ea"/>
            </a:endParaRPr>
          </a:p>
          <a:p>
            <a:pPr indent="0">
              <a:buFont typeface="Arial" panose="020B0604020202020204" pitchFamily="34" charset="0"/>
              <a:buNone/>
            </a:pPr>
            <a:endParaRPr lang="en-US" altLang="en-US" dirty="0">
              <a:sym typeface="+mn-ea"/>
            </a:endParaRPr>
          </a:p>
          <a:p>
            <a:pPr indent="0">
              <a:buFont typeface="Arial" panose="020B0604020202020204" pitchFamily="34" charset="0"/>
              <a:buNone/>
            </a:pPr>
            <a:r>
              <a:rPr lang="en-US" altLang="en-US" dirty="0">
                <a:sym typeface="+mn-ea"/>
              </a:rPr>
              <a:t>4. </a:t>
            </a:r>
            <a:r>
              <a:rPr lang="en-US" altLang="en-US" dirty="0"/>
              <a:t>Nếu có rủi ro ảnh h</a:t>
            </a:r>
            <a:r>
              <a:rPr lang="en-US" altLang="en-US" dirty="0"/>
              <a:t>ư</a:t>
            </a:r>
            <a:r>
              <a:rPr lang="en-US" altLang="en-US" dirty="0"/>
              <a:t>ởng </a:t>
            </a:r>
            <a:r>
              <a:rPr lang="en-US" altLang="en-US" dirty="0"/>
              <a:t>đ</a:t>
            </a:r>
            <a:r>
              <a:rPr lang="en-US" altLang="en-US" dirty="0"/>
              <a:t>ến thời hạn giao hàng,  phải báo cáo lên cho cấp trên.</a:t>
            </a:r>
            <a:endParaRPr lang="en-US" altLang="en-US" dirty="0"/>
          </a:p>
          <a:p>
            <a:pPr indent="0">
              <a:buFont typeface="Arial" panose="020B0604020202020204" pitchFamily="34" charset="0"/>
              <a:buNone/>
            </a:pPr>
            <a:endParaRPr lang="en-US" altLang="en-US" dirty="0"/>
          </a:p>
          <a:p>
            <a:pPr indent="0">
              <a:buFont typeface="Arial" panose="020B0604020202020204" pitchFamily="34" charset="0"/>
              <a:buNone/>
            </a:pPr>
            <a:r>
              <a:rPr lang="en-US" altLang="en-US" dirty="0"/>
              <a:t>5. </a:t>
            </a:r>
            <a:r>
              <a:rPr lang="en-US" altLang="en-US" dirty="0"/>
              <a:t>Á</a:t>
            </a:r>
            <a:r>
              <a:rPr lang="en-US" altLang="en-US" dirty="0"/>
              <a:t>p dụng trí tuệ nhân tạo (AI) vào tất cả các giai </a:t>
            </a:r>
            <a:r>
              <a:rPr lang="en-US" altLang="en-US" dirty="0"/>
              <a:t>đ</a:t>
            </a:r>
            <a:r>
              <a:rPr lang="en-US" altLang="en-US" dirty="0"/>
              <a:t>oạn của dự án </a:t>
            </a:r>
            <a:r>
              <a:rPr lang="en-US" altLang="en-US" dirty="0"/>
              <a:t>đ</a:t>
            </a:r>
            <a:r>
              <a:rPr lang="en-US" altLang="en-US" dirty="0"/>
              <a:t>ể nâng cao chất l</a:t>
            </a:r>
            <a:r>
              <a:rPr lang="en-US" altLang="en-US" dirty="0"/>
              <a:t>ư</a:t>
            </a:r>
            <a:r>
              <a:rPr lang="en-US" altLang="en-US" dirty="0"/>
              <a:t>ợng. ( thực hiện test...)</a:t>
            </a:r>
            <a:endParaRPr lang="en-US" altLang="en-US" dirty="0"/>
          </a:p>
          <a:p>
            <a:pPr indent="0">
              <a:buFont typeface="Arial" panose="020B0604020202020204" pitchFamily="34" charset="0"/>
              <a:buNone/>
            </a:pPr>
            <a:endParaRPr lang="en-US" alt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スライド番号プレースホルダー 3"/>
          <p:cNvSpPr>
            <a:spLocks noGrp="1"/>
          </p:cNvSpPr>
          <p:nvPr>
            <p:ph type="sldNum" sz="quarter" idx="12"/>
          </p:nvPr>
        </p:nvSpPr>
        <p:spPr/>
        <p:txBody>
          <a:bodyPr/>
          <a:lstStyle/>
          <a:p>
            <a:fld id="{0A2F15E4-2CDD-6047-9F8A-F392A4BC9A1F}" type="slidenum">
              <a:rPr kumimoji="1" lang="ja-JP" altLang="en-US" smtClean="0"/>
            </a:fld>
            <a:endParaRPr kumimoji="1" lang="ja-JP" altLang="en-US" dirty="0"/>
          </a:p>
        </p:txBody>
      </p:sp>
      <p:pic>
        <p:nvPicPr>
          <p:cNvPr id="7" name="図 6"/>
          <p:cNvPicPr>
            <a:picLocks noChangeAspect="1"/>
          </p:cNvPicPr>
          <p:nvPr/>
        </p:nvPicPr>
        <p:blipFill>
          <a:blip r:embed="rId1"/>
          <a:stretch>
            <a:fillRect/>
          </a:stretch>
        </p:blipFill>
        <p:spPr>
          <a:xfrm>
            <a:off x="7744821" y="5074740"/>
            <a:ext cx="2705100" cy="1057275"/>
          </a:xfrm>
          <a:prstGeom prst="rect">
            <a:avLst/>
          </a:prstGeom>
        </p:spPr>
      </p:pic>
      <p:sp>
        <p:nvSpPr>
          <p:cNvPr id="2" name="TextBox 1"/>
          <p:cNvSpPr txBox="1"/>
          <p:nvPr/>
        </p:nvSpPr>
        <p:spPr>
          <a:xfrm>
            <a:off x="2785587" y="2598313"/>
            <a:ext cx="8163098" cy="707886"/>
          </a:xfrm>
          <a:prstGeom prst="rect">
            <a:avLst/>
          </a:prstGeom>
          <a:noFill/>
        </p:spPr>
        <p:txBody>
          <a:bodyPr wrap="square" rtlCol="0">
            <a:spAutoFit/>
          </a:bodyPr>
          <a:lstStyle/>
          <a:p>
            <a:r>
              <a:rPr lang="ja-JP" altLang="en-US" sz="4000" dirty="0">
                <a:solidFill>
                  <a:srgbClr val="4D4D4D"/>
                </a:solidFill>
                <a:cs typeface="Meiryo UI" panose="020B0604030504040204" pitchFamily="50" charset="-128"/>
              </a:rPr>
              <a:t>ご清聴ありがとうございました</a:t>
            </a:r>
            <a:r>
              <a:rPr lang="en-US" altLang="ja-JP" sz="4000" dirty="0" smtClean="0">
                <a:solidFill>
                  <a:srgbClr val="4D4D4D"/>
                </a:solidFill>
                <a:cs typeface="Meiryo UI" panose="020B0604030504040204" pitchFamily="50" charset="-128"/>
              </a:rPr>
              <a:t>.</a:t>
            </a:r>
            <a:endParaRPr lang="ja-JP" altLang="en-US" sz="4000" dirty="0">
              <a:solidFill>
                <a:srgbClr val="4D4D4D"/>
              </a:solidFill>
              <a:cs typeface="Meiryo UI" panose="020B0604030504040204" pitchFamily="50" charset="-128"/>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TABLE_ENDDRAG_ORIGIN_RECT" val="359*142"/>
  <p:tag name="TABLE_ENDDRAG_RECT" val="14*89*359*142"/>
</p:tagLst>
</file>

<file path=ppt/theme/theme1.xml><?xml version="1.0" encoding="utf-8"?>
<a:theme xmlns:a="http://schemas.openxmlformats.org/drawingml/2006/main" name="ホワイ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kumimoji="1"/>
        </a:defPPr>
      </a:lstStyle>
      <a:style>
        <a:lnRef idx="1">
          <a:schemeClr val="accent1"/>
        </a:lnRef>
        <a:fillRef idx="3">
          <a:schemeClr val="accent1"/>
        </a:fillRef>
        <a:effectRef idx="2">
          <a:schemeClr val="accent1"/>
        </a:effectRef>
        <a:fontRef idx="minor">
          <a:schemeClr val="lt1"/>
        </a:fontRef>
      </a:style>
    </a:spDef>
    <a:lnDef>
      <a:spPr>
        <a:ln>
          <a:headEnd type="none" w="med" len="med"/>
          <a:tailEnd type="none" w="med" len="med"/>
        </a:ln>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ホワイ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ホワイ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3321</Words>
  <Application>WPS Presentation</Application>
  <PresentationFormat>Widescreen</PresentationFormat>
  <Paragraphs>119</Paragraphs>
  <Slides>9</Slides>
  <Notes>2</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9</vt:i4>
      </vt:variant>
    </vt:vector>
  </HeadingPairs>
  <TitlesOfParts>
    <vt:vector size="25" baseType="lpstr">
      <vt:lpstr>Arial</vt:lpstr>
      <vt:lpstr>SimSun</vt:lpstr>
      <vt:lpstr>Wingdings</vt:lpstr>
      <vt:lpstr>ヒラギノ角ゴ Pro W3</vt:lpstr>
      <vt:lpstr>UD Digi Kyokasho N-R</vt:lpstr>
      <vt:lpstr>Meiryo</vt:lpstr>
      <vt:lpstr>MS PGothic</vt:lpstr>
      <vt:lpstr>Arial</vt:lpstr>
      <vt:lpstr>Times New Roman</vt:lpstr>
      <vt:lpstr>HGS創英角ｺﾞｼｯｸUB</vt:lpstr>
      <vt:lpstr>Microsoft YaHei</vt:lpstr>
      <vt:lpstr>Meiryo UI</vt:lpstr>
      <vt:lpstr>Arial (Body)</vt:lpstr>
      <vt:lpstr>Calibri</vt:lpstr>
      <vt:lpstr>Arial Unicode MS</vt:lpstr>
      <vt:lpstr>ホワイト</vt:lpstr>
      <vt:lpstr>CRM案件</vt:lpstr>
      <vt:lpstr>PowerPoint 演示文稿</vt:lpstr>
      <vt:lpstr>役割定義</vt:lpstr>
      <vt:lpstr>工数分析/Phân tích giờ công</vt:lpstr>
      <vt:lpstr>Phân tích chức năng (Khuyễn mãi)</vt:lpstr>
      <vt:lpstr>課題分析/Phân tích vấn đề</vt:lpstr>
      <vt:lpstr>課題分析/Phân tích vấn đề</vt:lpstr>
      <vt:lpstr>PowerPoint 演示文稿</vt:lpstr>
      <vt:lpstr>PowerPoint 演示文稿</vt:lpstr>
    </vt:vector>
  </TitlesOfParts>
  <Company>ブライセン株式会社</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石井 学</dc:creator>
  <cp:lastModifiedBy>Giải Trí</cp:lastModifiedBy>
  <cp:revision>1328</cp:revision>
  <cp:lastPrinted>2018-01-29T01:49:00Z</cp:lastPrinted>
  <dcterms:created xsi:type="dcterms:W3CDTF">2013-02-25T06:37:00Z</dcterms:created>
  <dcterms:modified xsi:type="dcterms:W3CDTF">2026-04-08T07:23:55Z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1363B96C48D948DA9121CA4078BF8B11_11</vt:lpwstr>
  </property>
  <property fmtid="{D5CDD505-2E9C-101B-9397-08002B2CF9AE}" pid="3" name="KSOProductBuildVer">
    <vt:lpwstr>1033-12.2.0.23196</vt:lpwstr>
  </property>
</Properties>
</file>